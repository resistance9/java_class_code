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6" r:id="rId7"/>
    <p:sldId id="270" r:id="rId8"/>
    <p:sldId id="267" r:id="rId9"/>
    <p:sldId id="26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B0281-82E3-4FC6-96E0-DC307E6F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ACE1D8-D897-4BAD-99A3-6CA5A78AE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08C8C-8FFF-41F9-BED4-E63F84D5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DC02F-9F99-4945-B7D0-2730B326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CB8C05-3BCD-44E4-A075-3A45B03D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92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F3956-F0A5-43FF-985F-72E0B51D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84595-D5FA-444F-99C4-CAC7AF566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3A974-0FAF-459F-908F-B37C5180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61FF56-11E0-4D3B-831F-EF251090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A76B3-2990-4647-AF5A-5761573A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2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4621F-E6D0-4037-9881-E4771384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84B150-E25B-4E4E-8CE2-BECA8A523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2EE8E4-2A83-4812-9409-12A576CB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DE5CE0-E005-4BCF-AD5F-FC587743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26094-718B-4971-A298-DB87553C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12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25B19-A903-4AA5-9DFD-421E6853E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4CCABE-D5CB-4F35-B97F-1537418A0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24CA50-B069-4F11-8C19-672084989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4D93C2-4675-4F58-B5AA-52CABF93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D03199-9B67-4B3F-A856-7F7DCC55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431B82-AED4-4DC6-8B8E-D22103D4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8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9C9B6-48B9-49DC-B277-4B02B680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0A544E-8F45-48CF-863F-9BA64570D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E8A160-FF71-467B-8B6C-1F8DEF076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10931C-4318-4D00-8AF4-C95D62A7E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1036C9-9367-4179-A945-E66C39763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0C07CA-9092-4BDB-BF05-22A1FB26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3EC536-4949-4594-94D6-8B8738B5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9C22A1-E464-4D27-9074-138AE443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9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AC55A-6BF0-4C2F-8A49-E1E7C77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7C145E-8AA0-4DFC-A596-8ECDCAD9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C56863-7F91-4A4E-AA4F-CF414C47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B01D35-A895-46D8-BD4E-E55370EB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82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DF9A48-D896-4376-8588-9EAD7206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CF905B-C8E4-4728-9A41-48063B2A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413C0-2C17-494D-A380-33C43528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1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0AF63-A97D-4D6D-A4A5-6B38230E9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EE0C9-485D-4158-A940-37AE19ABE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B24ED-2C93-461A-96B0-CE84CBE2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DBC465-089B-4F4C-895F-27526674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6AA41-1434-41A4-B874-0339EEF1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39273-D989-4069-B17D-695EA75A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96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F1B59-3B99-4711-AC04-14DC12CB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48E84B-27A6-4D9D-8141-874124BCF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BAE00D-31EA-4E6B-B266-570C8E47D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CB38BD-5A5B-4E0E-8F32-A8DAE336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F872F1-D410-45B4-BA77-796E1EC8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E01DB3-6CC1-4E64-AC13-1902FEB5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C6E91-976F-4494-952C-FB6D9ADB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3F4DFF-318F-4DE3-BA82-6AFCA8D24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3D6052-ECB7-470B-84A2-B01A0016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3F3EF-9F5E-4E51-8A33-007B6202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C1E32-D8C2-419A-98E1-391B7C63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4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FCDAF9-0707-4CF1-87DA-04D1B045E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701F8E-F2E0-4DDD-B3FA-713BA7BAA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8214B-A796-4D1F-A17B-531CF72F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C9FC0C-0DD6-4E74-94BA-BD4A9E4F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0FB5A9-6B9D-4114-8D0F-3BCACB81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23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BFC8B7-D4CF-45E3-BA16-6AF9E2CB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C8D90C-E1C8-49E9-960C-31CCDD4A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859B6-C0F4-4ECA-BAFA-5742EA964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EA031-1FCF-4E82-A46E-B5C264BFFA60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ACBBC-7051-46B5-A8FF-1F4DBA600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AE407-380D-496F-AB0F-1B8A81C6F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0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2E84FE-E2F4-42D6-993F-58A32E2E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2DC0BB-1B50-4837-AFB9-D64CD037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pcce</a:t>
            </a:r>
            <a:r>
              <a:rPr lang="en-US" altLang="ko-KR" dirty="0"/>
              <a:t> 7,8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ko-KR" altLang="en-US" dirty="0"/>
              <a:t>백준 </a:t>
            </a:r>
            <a:r>
              <a:rPr lang="en-US" altLang="ko-KR" dirty="0"/>
              <a:t>6</a:t>
            </a:r>
            <a:r>
              <a:rPr lang="ko-KR" altLang="en-US" dirty="0"/>
              <a:t>단계 심화</a:t>
            </a:r>
          </a:p>
        </p:txBody>
      </p:sp>
    </p:spTree>
    <p:extLst>
      <p:ext uri="{BB962C8B-B14F-4D97-AF65-F5344CB8AC3E}">
        <p14:creationId xmlns:p14="http://schemas.microsoft.com/office/powerpoint/2010/main" val="75816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C21DD4-E5F0-49FA-9BFE-689D587B3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364744"/>
            <a:ext cx="11631930" cy="620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5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A3CE82-4FBA-4522-90C7-A65F0E9CF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2" y="457200"/>
            <a:ext cx="11907335" cy="620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6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ADC6B2-5708-43EF-AFE5-0E0A39B5F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447338"/>
            <a:ext cx="11773869" cy="60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8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0C1047-5135-4027-823D-2F3CC35BD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496" y="175924"/>
            <a:ext cx="6904544" cy="650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5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773F2-2728-42AE-89B4-0AB7168BA23B}"/>
              </a:ext>
            </a:extLst>
          </p:cNvPr>
          <p:cNvSpPr txBox="1"/>
          <p:nvPr/>
        </p:nvSpPr>
        <p:spPr>
          <a:xfrm>
            <a:off x="249591" y="174724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6</a:t>
            </a:r>
            <a:r>
              <a:rPr lang="ko-KR" altLang="en-US" sz="1400" b="1" dirty="0"/>
              <a:t>단계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A6F861-1B21-44BB-80EF-0D74244B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392" y="174724"/>
            <a:ext cx="8938768" cy="635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18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A24D283-6E26-4933-AC84-1295CCCD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488" y="430468"/>
            <a:ext cx="5444178" cy="12459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F30FF6-7038-4A28-9BBA-2BD4BC92309E}"/>
              </a:ext>
            </a:extLst>
          </p:cNvPr>
          <p:cNvSpPr txBox="1"/>
          <p:nvPr/>
        </p:nvSpPr>
        <p:spPr>
          <a:xfrm>
            <a:off x="3322320" y="1813560"/>
            <a:ext cx="1895071" cy="3201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ko-KR" sz="1400" dirty="0"/>
              <a:t>// </a:t>
            </a:r>
            <a:r>
              <a:rPr lang="ko-KR" altLang="en-US" sz="1400" dirty="0"/>
              <a:t>초기값</a:t>
            </a:r>
            <a:endParaRPr lang="en-US" altLang="ko-KR" sz="1400" dirty="0"/>
          </a:p>
          <a:p>
            <a:pPr>
              <a:lnSpc>
                <a:spcPct val="300000"/>
              </a:lnSpc>
            </a:pPr>
            <a:endParaRPr lang="en-US" altLang="ko-KR" sz="1400" dirty="0"/>
          </a:p>
          <a:p>
            <a:pPr>
              <a:lnSpc>
                <a:spcPct val="300000"/>
              </a:lnSpc>
            </a:pPr>
            <a:r>
              <a:rPr lang="en-US" altLang="ko-KR" sz="1400" dirty="0"/>
              <a:t>// </a:t>
            </a:r>
            <a:r>
              <a:rPr lang="ko-KR" altLang="en-US" sz="1400" dirty="0"/>
              <a:t>읽은 값으로 새 값 </a:t>
            </a:r>
            <a:endParaRPr lang="en-US" altLang="ko-KR" sz="1400" dirty="0"/>
          </a:p>
          <a:p>
            <a:pPr>
              <a:lnSpc>
                <a:spcPct val="300000"/>
              </a:lnSpc>
            </a:pPr>
            <a:endParaRPr lang="en-US" altLang="ko-KR" sz="1400" dirty="0"/>
          </a:p>
          <a:p>
            <a:pPr>
              <a:lnSpc>
                <a:spcPct val="300000"/>
              </a:lnSpc>
            </a:pPr>
            <a:r>
              <a:rPr lang="en-US" altLang="ko-KR" sz="1400" dirty="0"/>
              <a:t>//</a:t>
            </a:r>
            <a:r>
              <a:rPr lang="ko-KR" altLang="en-US" sz="1400" dirty="0"/>
              <a:t>출력 </a:t>
            </a:r>
          </a:p>
        </p:txBody>
      </p:sp>
    </p:spTree>
    <p:extLst>
      <p:ext uri="{BB962C8B-B14F-4D97-AF65-F5344CB8AC3E}">
        <p14:creationId xmlns:p14="http://schemas.microsoft.com/office/powerpoint/2010/main" val="21564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107D48-781D-45A3-9F1D-DCE44507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40" y="174724"/>
            <a:ext cx="8001000" cy="6514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D0CB21-390E-419E-BFD9-0199A3159A40}"/>
              </a:ext>
            </a:extLst>
          </p:cNvPr>
          <p:cNvSpPr txBox="1"/>
          <p:nvPr/>
        </p:nvSpPr>
        <p:spPr>
          <a:xfrm>
            <a:off x="249591" y="174724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백준 </a:t>
            </a:r>
            <a:r>
              <a:rPr lang="en-US" altLang="ko-KR" sz="1400" b="1" dirty="0"/>
              <a:t>6</a:t>
            </a:r>
            <a:r>
              <a:rPr lang="ko-KR" altLang="en-US" sz="1400" b="1" dirty="0"/>
              <a:t>단계</a:t>
            </a:r>
          </a:p>
        </p:txBody>
      </p:sp>
    </p:spTree>
    <p:extLst>
      <p:ext uri="{BB962C8B-B14F-4D97-AF65-F5344CB8AC3E}">
        <p14:creationId xmlns:p14="http://schemas.microsoft.com/office/powerpoint/2010/main" val="992465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8670CFB-0FA2-48BD-B470-33786CFB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653" y="314252"/>
            <a:ext cx="6813222" cy="1484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A2838B-C374-438B-9989-5216D4ABA86F}"/>
              </a:ext>
            </a:extLst>
          </p:cNvPr>
          <p:cNvSpPr txBox="1"/>
          <p:nvPr/>
        </p:nvSpPr>
        <p:spPr>
          <a:xfrm>
            <a:off x="3519044" y="2164080"/>
            <a:ext cx="5028877" cy="3364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// </a:t>
            </a:r>
            <a:r>
              <a:rPr lang="ko-KR" altLang="en-US" dirty="0"/>
              <a:t>문자열로 </a:t>
            </a:r>
            <a:r>
              <a:rPr lang="ko-KR" altLang="en-US" dirty="0" err="1"/>
              <a:t>입력받음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//</a:t>
            </a:r>
            <a:r>
              <a:rPr lang="ko-KR" altLang="en-US" dirty="0"/>
              <a:t>문자열 길이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//</a:t>
            </a:r>
            <a:r>
              <a:rPr lang="ko-KR" altLang="en-US" dirty="0" err="1"/>
              <a:t>팬린드롬</a:t>
            </a:r>
            <a:r>
              <a:rPr lang="ko-KR" altLang="en-US" dirty="0"/>
              <a:t> 초기값 설정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//</a:t>
            </a:r>
            <a:r>
              <a:rPr lang="ko-KR" altLang="en-US" dirty="0" err="1"/>
              <a:t>반복문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팬린드롬인지</a:t>
            </a:r>
            <a:r>
              <a:rPr lang="ko-KR" altLang="en-US" dirty="0"/>
              <a:t> 비교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charAt</a:t>
            </a:r>
            <a:r>
              <a:rPr lang="en-US" altLang="ko-KR" dirty="0"/>
              <a:t>()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27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45</Words>
  <Application>Microsoft Office PowerPoint</Application>
  <PresentationFormat>와이드스크린</PresentationFormat>
  <Paragraphs>18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실습 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실습 2</dc:title>
  <dc:creator>김칠화</dc:creator>
  <cp:lastModifiedBy>김칠화</cp:lastModifiedBy>
  <cp:revision>8</cp:revision>
  <dcterms:created xsi:type="dcterms:W3CDTF">2026-05-13T02:40:31Z</dcterms:created>
  <dcterms:modified xsi:type="dcterms:W3CDTF">2026-05-20T02:12:40Z</dcterms:modified>
</cp:coreProperties>
</file>