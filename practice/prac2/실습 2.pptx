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78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B0281-82E3-4FC6-96E0-DC307E6F3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ACE1D8-D897-4BAD-99A3-6CA5A78AE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08C8C-8FFF-41F9-BED4-E63F84D50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ADC02F-9F99-4945-B7D0-2730B326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CB8C05-3BCD-44E4-A075-3A45B03D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92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F3956-F0A5-43FF-985F-72E0B51DB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084595-D5FA-444F-99C4-CAC7AF566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73A974-0FAF-459F-908F-B37C51805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61FF56-11E0-4D3B-831F-EF251090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4A76B3-2990-4647-AF5A-5761573A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2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4621F-E6D0-4037-9881-E47713848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84B150-E25B-4E4E-8CE2-BECA8A523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2EE8E4-2A83-4812-9409-12A576CB1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DE5CE0-E005-4BCF-AD5F-FC587743D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326094-718B-4971-A298-DB87553C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12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F25B19-A903-4AA5-9DFD-421E6853E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4CCABE-D5CB-4F35-B97F-1537418A0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24CA50-B069-4F11-8C19-672084989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4D93C2-4675-4F58-B5AA-52CABF93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D03199-9B67-4B3F-A856-7F7DCC55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431B82-AED4-4DC6-8B8E-D22103D40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689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19C9B6-48B9-49DC-B277-4B02B680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0A544E-8F45-48CF-863F-9BA64570D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E8A160-FF71-467B-8B6C-1F8DEF076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10931C-4318-4D00-8AF4-C95D62A7E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1036C9-9367-4179-A945-E66C39763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0C07CA-9092-4BDB-BF05-22A1FB26C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3EC536-4949-4594-94D6-8B8738B52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9C22A1-E464-4D27-9074-138AE443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291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AC55A-6BF0-4C2F-8A49-E1E7C77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7C145E-8AA0-4DFC-A596-8ECDCAD9E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C56863-7F91-4A4E-AA4F-CF414C47C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B01D35-A895-46D8-BD4E-E55370EB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827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3DF9A48-D896-4376-8588-9EAD72068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CF905B-C8E4-4728-9A41-48063B2AE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0413C0-2C17-494D-A380-33C435285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41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0AF63-A97D-4D6D-A4A5-6B38230E9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EE0C9-485D-4158-A940-37AE19ABE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B24ED-2C93-461A-96B0-CE84CBE2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DBC465-089B-4F4C-895F-275266744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16AA41-1434-41A4-B874-0339EEF1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F39273-D989-4069-B17D-695EA75A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96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F1B59-3B99-4711-AC04-14DC12CBB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48E84B-27A6-4D9D-8141-874124BCF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BAE00D-31EA-4E6B-B266-570C8E47D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CB38BD-5A5B-4E0E-8F32-A8DAE3368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F872F1-D410-45B4-BA77-796E1EC8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E01DB3-6CC1-4E64-AC13-1902FEB5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584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7C6E91-976F-4494-952C-FB6D9ADB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3F4DFF-318F-4DE3-BA82-6AFCA8D24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3D6052-ECB7-470B-84A2-B01A0016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C3F3EF-9F5E-4E51-8A33-007B6202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EC1E32-D8C2-419A-98E1-391B7C63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4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FCDAF9-0707-4CF1-87DA-04D1B045E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701F8E-F2E0-4DDD-B3FA-713BA7BAA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8214B-A796-4D1F-A17B-531CF72F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C9FC0C-0DD6-4E74-94BA-BD4A9E4F6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0FB5A9-6B9D-4114-8D0F-3BCACB81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232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BFC8B7-D4CF-45E3-BA16-6AF9E2CB6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C8D90C-E1C8-49E9-960C-31CCDD4AB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4859B6-C0F4-4ECA-BAFA-5742EA964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EA031-1FCF-4E82-A46E-B5C264BFFA60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1ACBBC-7051-46B5-A8FF-1F4DBA600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EAE407-380D-496F-AB0F-1B8A81C6F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00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B2E84FE-E2F4-42D6-993F-58A32E2EE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02DC0BB-1B50-4837-AFB9-D64CD0375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pcce</a:t>
            </a:r>
            <a:r>
              <a:rPr lang="en-US" altLang="ko-KR" dirty="0"/>
              <a:t> 4,5,6</a:t>
            </a:r>
            <a:r>
              <a:rPr lang="ko-KR" altLang="en-US" dirty="0"/>
              <a:t>번</a:t>
            </a:r>
            <a:endParaRPr lang="en-US" altLang="ko-KR" dirty="0"/>
          </a:p>
          <a:p>
            <a:r>
              <a:rPr lang="ko-KR" altLang="en-US" dirty="0"/>
              <a:t>백준 </a:t>
            </a:r>
            <a:r>
              <a:rPr lang="en-US" altLang="ko-KR" dirty="0"/>
              <a:t>step2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816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36CDE3B-8DC5-4B76-AD6E-5E068747D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025" y="265207"/>
            <a:ext cx="9965949" cy="632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59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60A41A9-9895-4CCA-B8E3-1231B2E5C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288" y="381146"/>
            <a:ext cx="6581423" cy="609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16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2DD2ABF-C277-4B28-846D-9C44B4423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48" y="632178"/>
            <a:ext cx="1107933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80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BE3D0B9-4861-4A6F-A50C-F79BEF3A1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810" y="1083734"/>
            <a:ext cx="10297477" cy="501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54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0071123-4A61-4349-8749-C195C43A2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27" y="496711"/>
            <a:ext cx="11544903" cy="5746045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9B4FB7C-1CC5-4F2B-A72E-2759F87CF3CE}"/>
              </a:ext>
            </a:extLst>
          </p:cNvPr>
          <p:cNvCxnSpPr/>
          <p:nvPr/>
        </p:nvCxnSpPr>
        <p:spPr>
          <a:xfrm>
            <a:off x="5441244" y="5475111"/>
            <a:ext cx="130951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EF9394E-3D56-41B1-9FA4-6035DC1DA62E}"/>
              </a:ext>
            </a:extLst>
          </p:cNvPr>
          <p:cNvCxnSpPr/>
          <p:nvPr/>
        </p:nvCxnSpPr>
        <p:spPr>
          <a:xfrm>
            <a:off x="464427" y="5734756"/>
            <a:ext cx="192881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755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8E575C1-5D2E-4026-B379-65C67EA65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644" y="620209"/>
            <a:ext cx="8590845" cy="559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528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3AA1FF-A642-4261-A8C0-DE3BBC9A9C17}"/>
              </a:ext>
            </a:extLst>
          </p:cNvPr>
          <p:cNvSpPr txBox="1"/>
          <p:nvPr/>
        </p:nvSpPr>
        <p:spPr>
          <a:xfrm>
            <a:off x="249591" y="174724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백준 </a:t>
            </a:r>
            <a:r>
              <a:rPr lang="en-US" altLang="ko-KR" sz="1400" b="1" dirty="0"/>
              <a:t>2</a:t>
            </a:r>
            <a:r>
              <a:rPr lang="ko-KR" altLang="en-US" sz="1400" b="1" dirty="0"/>
              <a:t>단계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95B42A5-08CD-43D4-AEA7-7B94D441C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00" y="632178"/>
            <a:ext cx="11098756" cy="61806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8E8A79-2FC9-4F81-AA3A-7304792BB721}"/>
              </a:ext>
            </a:extLst>
          </p:cNvPr>
          <p:cNvSpPr txBox="1"/>
          <p:nvPr/>
        </p:nvSpPr>
        <p:spPr>
          <a:xfrm>
            <a:off x="5773378" y="846666"/>
            <a:ext cx="17220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</a:rPr>
              <a:t>다중 </a:t>
            </a:r>
            <a:r>
              <a:rPr lang="en-US" altLang="ko-KR" sz="1400" b="1" dirty="0">
                <a:solidFill>
                  <a:srgbClr val="0070C0"/>
                </a:solidFill>
              </a:rPr>
              <a:t>if-else</a:t>
            </a:r>
            <a:r>
              <a:rPr lang="ko-KR" altLang="en-US" sz="1400" b="1" dirty="0">
                <a:solidFill>
                  <a:srgbClr val="0070C0"/>
                </a:solidFill>
              </a:rPr>
              <a:t>문 사용</a:t>
            </a:r>
          </a:p>
        </p:txBody>
      </p:sp>
    </p:spTree>
    <p:extLst>
      <p:ext uri="{BB962C8B-B14F-4D97-AF65-F5344CB8AC3E}">
        <p14:creationId xmlns:p14="http://schemas.microsoft.com/office/powerpoint/2010/main" val="1069288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7AEC66C-0B42-4963-B781-725C370DA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993" y="282222"/>
            <a:ext cx="6361327" cy="643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24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4CEBD63-7908-4082-BC93-C42CBD3C3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4" y="709232"/>
            <a:ext cx="10588978" cy="6064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B773F2-2728-42AE-89B4-0AB7168BA23B}"/>
              </a:ext>
            </a:extLst>
          </p:cNvPr>
          <p:cNvSpPr txBox="1"/>
          <p:nvPr/>
        </p:nvSpPr>
        <p:spPr>
          <a:xfrm>
            <a:off x="249591" y="174724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백준 </a:t>
            </a:r>
            <a:r>
              <a:rPr lang="en-US" altLang="ko-KR" sz="1400" b="1" dirty="0"/>
              <a:t>3</a:t>
            </a:r>
            <a:r>
              <a:rPr lang="ko-KR" altLang="en-US" sz="1400" b="1" dirty="0"/>
              <a:t>단계</a:t>
            </a:r>
          </a:p>
        </p:txBody>
      </p:sp>
    </p:spTree>
    <p:extLst>
      <p:ext uri="{BB962C8B-B14F-4D97-AF65-F5344CB8AC3E}">
        <p14:creationId xmlns:p14="http://schemas.microsoft.com/office/powerpoint/2010/main" val="1703218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B4317C7-2308-40D7-AB05-EE8D59BFF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355" y="316654"/>
            <a:ext cx="8479681" cy="62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465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2AA8DF1-4202-4F99-B5EE-BB28E9A82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71101"/>
            <a:ext cx="9530369" cy="62631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9E2DD9-308C-45D4-B9F8-88E4F8867183}"/>
              </a:ext>
            </a:extLst>
          </p:cNvPr>
          <p:cNvSpPr txBox="1"/>
          <p:nvPr/>
        </p:nvSpPr>
        <p:spPr>
          <a:xfrm>
            <a:off x="249591" y="174724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백준 </a:t>
            </a:r>
            <a:r>
              <a:rPr lang="en-US" altLang="ko-KR" sz="1400" b="1" dirty="0"/>
              <a:t>4</a:t>
            </a:r>
            <a:r>
              <a:rPr lang="ko-KR" altLang="en-US" sz="1400" b="1" dirty="0"/>
              <a:t>단계</a:t>
            </a:r>
          </a:p>
        </p:txBody>
      </p:sp>
    </p:spTree>
    <p:extLst>
      <p:ext uri="{BB962C8B-B14F-4D97-AF65-F5344CB8AC3E}">
        <p14:creationId xmlns:p14="http://schemas.microsoft.com/office/powerpoint/2010/main" val="660024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D6896EA-362A-4ED7-9041-C54F7480C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227" y="135036"/>
            <a:ext cx="6478360" cy="634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71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20</Words>
  <Application>Microsoft Office PowerPoint</Application>
  <PresentationFormat>와이드스크린</PresentationFormat>
  <Paragraphs>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실습 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실습 2</dc:title>
  <dc:creator>김칠화</dc:creator>
  <cp:lastModifiedBy>김칠화</cp:lastModifiedBy>
  <cp:revision>5</cp:revision>
  <dcterms:created xsi:type="dcterms:W3CDTF">2026-05-13T02:40:31Z</dcterms:created>
  <dcterms:modified xsi:type="dcterms:W3CDTF">2026-05-13T03:20:13Z</dcterms:modified>
</cp:coreProperties>
</file>