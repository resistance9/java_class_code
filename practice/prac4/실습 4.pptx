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75" r:id="rId4"/>
    <p:sldId id="273" r:id="rId5"/>
    <p:sldId id="276" r:id="rId6"/>
  </p:sldIdLst>
  <p:sldSz cx="12192000" cy="6858000"/>
  <p:notesSz cx="6797675" cy="9872663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9000" autoAdjust="0"/>
    <p:restoredTop sz="94660"/>
  </p:normalViewPr>
  <p:slideViewPr>
    <p:cSldViewPr snapToGrid="0">
      <p:cViewPr varScale="1">
        <p:scale>
          <a:sx n="82" d="100"/>
          <a:sy n="82" d="100"/>
        </p:scale>
        <p:origin x="108" y="5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4DB0281-82E3-4FC6-96E0-DC307E6F390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DFACE1D8-D897-4BAD-99A3-6CA5A78AE01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3608C8C-8FFF-41F9-BED4-E63F84D50E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7EA031-1FCF-4E82-A46E-B5C264BFFA60}" type="datetimeFigureOut">
              <a:rPr lang="ko-KR" altLang="en-US" smtClean="0"/>
              <a:t>2026-05-27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8ADC02F-9F99-4945-B7D0-2730B3267F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9CB8C05-3BCD-44E4-A075-3A45B03DEC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3FE6E8-65E9-46DE-A84E-ED996D09053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0892605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2AF3956-F0A5-43FF-985F-72E0B51DBB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2084595-D5FA-444F-99C4-CAC7AF56612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073A974-0FAF-459F-908F-B37C51805B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7EA031-1FCF-4E82-A46E-B5C264BFFA60}" type="datetimeFigureOut">
              <a:rPr lang="ko-KR" altLang="en-US" smtClean="0"/>
              <a:t>2026-05-27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3161FF56-11E0-4D3B-831F-EF251090E9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64A76B3-2990-4647-AF5A-5761573A82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3FE6E8-65E9-46DE-A84E-ED996D09053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62268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D04621F-E6D0-4037-9881-E477138487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F184B150-E25B-4E4E-8CE2-BECA8A523A9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32EE8E4-2A83-4812-9409-12A576CB11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7EA031-1FCF-4E82-A46E-B5C264BFFA60}" type="datetimeFigureOut">
              <a:rPr lang="ko-KR" altLang="en-US" smtClean="0"/>
              <a:t>2026-05-27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ADE5CE0-E005-4BCF-AD5F-FC587743D0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4326094-718B-4971-A298-DB87553CDF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3FE6E8-65E9-46DE-A84E-ED996D09053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1912270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EF25B19-A903-4AA5-9DFD-421E6853EF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D4CCABE-D5CB-4F35-B97F-1537418A032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7A24CA50-B069-4F11-8C19-672084989C9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4F4D93C2-4675-4F58-B5AA-52CABF93D5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7EA031-1FCF-4E82-A46E-B5C264BFFA60}" type="datetimeFigureOut">
              <a:rPr lang="ko-KR" altLang="en-US" smtClean="0"/>
              <a:t>2026-05-27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5AD03199-9B67-4B3F-A856-7F7DCC5565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6B431B82-AED4-4DC6-8B8E-D22103D400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3FE6E8-65E9-46DE-A84E-ED996D09053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4768942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F19C9B6-48B9-49DC-B277-4B02B68088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CD0A544E-8F45-48CF-863F-9BA64570D24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27E8A160-FF71-467B-8B6C-1F8DEF07646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3910931C-4318-4D00-8AF4-C95D62A7E96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401036C9-9367-4179-A945-E66C397634E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700C07CA-9092-4BDB-BF05-22A1FB26C3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7EA031-1FCF-4E82-A46E-B5C264BFFA60}" type="datetimeFigureOut">
              <a:rPr lang="ko-KR" altLang="en-US" smtClean="0"/>
              <a:t>2026-05-27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043EC536-4949-4594-94D6-8B8738B52C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299C22A1-E464-4D27-9074-138AE44310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3FE6E8-65E9-46DE-A84E-ED996D09053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9329181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84AC55A-6BF0-4C2F-8A49-E1E7C777A2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C47C145E-8AA0-4DFC-A596-8ECDCAD9EA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7EA031-1FCF-4E82-A46E-B5C264BFFA60}" type="datetimeFigureOut">
              <a:rPr lang="ko-KR" altLang="en-US" smtClean="0"/>
              <a:t>2026-05-27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16C56863-7F91-4A4E-AA4F-CF414C47C2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42B01D35-A895-46D8-BD4E-E55370EB87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3FE6E8-65E9-46DE-A84E-ED996D09053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9782708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D3DF9A48-D896-4376-8588-9EAD72068C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7EA031-1FCF-4E82-A46E-B5C264BFFA60}" type="datetimeFigureOut">
              <a:rPr lang="ko-KR" altLang="en-US" smtClean="0"/>
              <a:t>2026-05-27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EACF905B-C8E4-4728-9A41-48063B2AEF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2D0413C0-2C17-494D-A380-33C435285A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3FE6E8-65E9-46DE-A84E-ED996D09053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3041576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D80AF63-A97D-4D6D-A4A5-6B38230E9C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BAEE0C9-485D-4158-A940-37AE19ABEDA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A66B24ED-2C93-461A-96B0-CE84CBE24C7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5CDBC465-089B-4F4C-895F-2752667448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7EA031-1FCF-4E82-A46E-B5C264BFFA60}" type="datetimeFigureOut">
              <a:rPr lang="ko-KR" altLang="en-US" smtClean="0"/>
              <a:t>2026-05-27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7816AA41-1434-41A4-B874-0339EEF1A7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0BF39273-D989-4069-B17D-695EA75A4C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3FE6E8-65E9-46DE-A84E-ED996D09053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5196663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2EF1B59-3B99-4711-AC04-14DC12CBB2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4B48E84B-27A6-4D9D-8141-874124BCF6F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1FBAE00D-31EA-4E6B-B266-570C8E47DFB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E8CB38BD-5A5B-4E0E-8F32-A8DAE33684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7EA031-1FCF-4E82-A46E-B5C264BFFA60}" type="datetimeFigureOut">
              <a:rPr lang="ko-KR" altLang="en-US" smtClean="0"/>
              <a:t>2026-05-27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49F872F1-D410-45B4-BA77-796E1EC838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0FE01DB3-6CC1-4E64-AC13-1902FEB5EC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3FE6E8-65E9-46DE-A84E-ED996D09053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1258446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D7C6E91-976F-4494-952C-FB6D9ADB10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B93F4DFF-318F-4DE3-BA82-6AFCA8D24FE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F3D6052-ECB7-470B-84A2-B01A001671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7EA031-1FCF-4E82-A46E-B5C264BFFA60}" type="datetimeFigureOut">
              <a:rPr lang="ko-KR" altLang="en-US" smtClean="0"/>
              <a:t>2026-05-27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8EC3F3EF-9F5E-4E51-8A33-007B6202C4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48EC1E32-D8C2-419A-98E1-391B7C6368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3FE6E8-65E9-46DE-A84E-ED996D09053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9943640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1CFCDAF9-0707-4CF1-87DA-04D1B045EE6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E1701F8E-F2E0-4DDD-B3FA-713BA7BAAD1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E38214B-A796-4D1F-A17B-531CF72F20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7EA031-1FCF-4E82-A46E-B5C264BFFA60}" type="datetimeFigureOut">
              <a:rPr lang="ko-KR" altLang="en-US" smtClean="0"/>
              <a:t>2026-05-27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8CC9FC0C-0DD6-4E74-94BA-BD4A9E4F6B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20FB5A9-6B9D-4114-8D0F-3BCACB8122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3FE6E8-65E9-46DE-A84E-ED996D09053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0423244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87BFC8B7-D4CF-45E3-BA16-6AF9E2CB6B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49C8D90C-E1C8-49E9-960C-31CCDD4AB59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84859B6-C0F4-4ECA-BAFA-5742EA9646D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C7EA031-1FCF-4E82-A46E-B5C264BFFA60}" type="datetimeFigureOut">
              <a:rPr lang="ko-KR" altLang="en-US" smtClean="0"/>
              <a:t>2026-05-27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A71ACBBC-7051-46B5-A8FF-1F4DBA6005A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DEAE407-380D-496F-AB0F-1B8A81C6F5C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63FE6E8-65E9-46DE-A84E-ED996D09053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6200787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>
            <a:extLst>
              <a:ext uri="{FF2B5EF4-FFF2-40B4-BE49-F238E27FC236}">
                <a16:creationId xmlns:a16="http://schemas.microsoft.com/office/drawing/2014/main" id="{4B2E84FE-E2F4-42D6-993F-58A32E2EE6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실습 </a:t>
            </a:r>
            <a:r>
              <a:rPr lang="en-US" altLang="ko-KR" dirty="0"/>
              <a:t>4</a:t>
            </a:r>
            <a:endParaRPr lang="ko-KR" altLang="en-US" dirty="0"/>
          </a:p>
        </p:txBody>
      </p:sp>
      <p:sp>
        <p:nvSpPr>
          <p:cNvPr id="5" name="내용 개체 틀 4">
            <a:extLst>
              <a:ext uri="{FF2B5EF4-FFF2-40B4-BE49-F238E27FC236}">
                <a16:creationId xmlns:a16="http://schemas.microsoft.com/office/drawing/2014/main" id="{102DC0BB-1B50-4837-AFB9-D64CD037514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 err="1"/>
              <a:t>pcce</a:t>
            </a:r>
            <a:r>
              <a:rPr lang="en-US" altLang="ko-KR" dirty="0"/>
              <a:t> 9,10</a:t>
            </a:r>
            <a:r>
              <a:rPr lang="ko-KR" altLang="en-US" dirty="0"/>
              <a:t>번</a:t>
            </a:r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75816222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그림 5">
            <a:extLst>
              <a:ext uri="{FF2B5EF4-FFF2-40B4-BE49-F238E27FC236}">
                <a16:creationId xmlns:a16="http://schemas.microsoft.com/office/drawing/2014/main" id="{ECCCF32B-1CDD-407A-BF14-D8B9ACA3E27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5280" y="489403"/>
            <a:ext cx="11554684" cy="58961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1905933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>
            <a:extLst>
              <a:ext uri="{FF2B5EF4-FFF2-40B4-BE49-F238E27FC236}">
                <a16:creationId xmlns:a16="http://schemas.microsoft.com/office/drawing/2014/main" id="{77A42CFC-C08E-47E0-B518-29068DBEFAD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6510" y="307577"/>
            <a:ext cx="3997582" cy="3121423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BD71DAC0-9E2F-4597-A740-F178B8604626}"/>
              </a:ext>
            </a:extLst>
          </p:cNvPr>
          <p:cNvSpPr txBox="1"/>
          <p:nvPr/>
        </p:nvSpPr>
        <p:spPr>
          <a:xfrm>
            <a:off x="4618892" y="480646"/>
            <a:ext cx="6093335" cy="249299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28600" indent="-228600">
              <a:buAutoNum type="arabicPeriod"/>
            </a:pPr>
            <a:r>
              <a:rPr lang="en-US" altLang="ko-KR" sz="1200" dirty="0"/>
              <a:t>Int</a:t>
            </a:r>
            <a:r>
              <a:rPr lang="ko-KR" altLang="en-US" sz="1200" dirty="0"/>
              <a:t> </a:t>
            </a:r>
            <a:r>
              <a:rPr lang="en-US" altLang="ko-KR" sz="1200" dirty="0"/>
              <a:t>answer=0;</a:t>
            </a:r>
          </a:p>
          <a:p>
            <a:pPr marL="228600" indent="-228600">
              <a:buAutoNum type="arabicPeriod"/>
            </a:pPr>
            <a:endParaRPr lang="en-US" altLang="ko-KR" sz="1200" dirty="0"/>
          </a:p>
          <a:p>
            <a:pPr marL="228600" indent="-228600">
              <a:buAutoNum type="arabicPeriod"/>
            </a:pPr>
            <a:r>
              <a:rPr lang="ko-KR" altLang="en-US" sz="1200" dirty="0"/>
              <a:t>반복문에 들어가기 전 </a:t>
            </a:r>
            <a:endParaRPr lang="en-US" altLang="ko-KR" sz="1200" dirty="0"/>
          </a:p>
          <a:p>
            <a:r>
              <a:rPr lang="en-US" altLang="ko-KR" sz="1200" dirty="0"/>
              <a:t>	</a:t>
            </a:r>
            <a:r>
              <a:rPr lang="ko-KR" altLang="en-US" sz="1200" dirty="0"/>
              <a:t>지갑의 긴 길이와 짧은 길이</a:t>
            </a:r>
            <a:r>
              <a:rPr lang="en-US" altLang="ko-KR" sz="1200" dirty="0"/>
              <a:t>,</a:t>
            </a:r>
            <a:r>
              <a:rPr lang="ko-KR" altLang="en-US" sz="1200" dirty="0"/>
              <a:t>  지폐의 긴 길이와 짧은 길이를 구한다</a:t>
            </a:r>
            <a:r>
              <a:rPr lang="en-US" altLang="ko-KR" sz="1200" dirty="0"/>
              <a:t>.</a:t>
            </a:r>
            <a:r>
              <a:rPr lang="ko-KR" altLang="en-US" sz="1200" dirty="0"/>
              <a:t> </a:t>
            </a:r>
            <a:endParaRPr lang="en-US" altLang="ko-KR" sz="1200" dirty="0"/>
          </a:p>
          <a:p>
            <a:r>
              <a:rPr lang="en-US" altLang="ko-KR" sz="1200" dirty="0"/>
              <a:t>	(Math</a:t>
            </a:r>
            <a:r>
              <a:rPr lang="ko-KR" altLang="en-US" sz="1200" dirty="0"/>
              <a:t>클래스의 </a:t>
            </a:r>
            <a:r>
              <a:rPr lang="en-US" altLang="ko-KR" sz="1200" dirty="0"/>
              <a:t>min</a:t>
            </a:r>
            <a:r>
              <a:rPr lang="ko-KR" altLang="en-US" sz="1200" dirty="0"/>
              <a:t>과 </a:t>
            </a:r>
            <a:r>
              <a:rPr lang="en-US" altLang="ko-KR" sz="1200" dirty="0"/>
              <a:t>max</a:t>
            </a:r>
            <a:r>
              <a:rPr lang="ko-KR" altLang="en-US" sz="1200" dirty="0"/>
              <a:t>함수 사용</a:t>
            </a:r>
            <a:r>
              <a:rPr lang="en-US" altLang="ko-KR" sz="1200" dirty="0"/>
              <a:t>)</a:t>
            </a:r>
          </a:p>
          <a:p>
            <a:endParaRPr lang="en-US" altLang="ko-KR" sz="1200" dirty="0"/>
          </a:p>
          <a:p>
            <a:r>
              <a:rPr lang="en-US" altLang="ko-KR" sz="1200" dirty="0"/>
              <a:t>      (</a:t>
            </a:r>
            <a:r>
              <a:rPr lang="ko-KR" altLang="en-US" sz="1200" dirty="0" err="1"/>
              <a:t>지페의</a:t>
            </a:r>
            <a:r>
              <a:rPr lang="ko-KR" altLang="en-US" sz="1200" dirty="0"/>
              <a:t> 작은 값 </a:t>
            </a:r>
            <a:r>
              <a:rPr lang="en-US" altLang="ko-KR" sz="1200" dirty="0"/>
              <a:t>&gt; </a:t>
            </a:r>
            <a:r>
              <a:rPr lang="ko-KR" altLang="en-US" sz="1200" dirty="0"/>
              <a:t>지갑의 작은 값</a:t>
            </a:r>
            <a:r>
              <a:rPr lang="en-US" altLang="ko-KR" sz="1200" dirty="0"/>
              <a:t>)</a:t>
            </a:r>
            <a:r>
              <a:rPr lang="ko-KR" altLang="en-US" sz="1200" dirty="0"/>
              <a:t> 또는 </a:t>
            </a:r>
            <a:r>
              <a:rPr lang="en-US" altLang="ko-KR" sz="1200" dirty="0"/>
              <a:t>(</a:t>
            </a:r>
            <a:r>
              <a:rPr lang="ko-KR" altLang="en-US" sz="1200" dirty="0" err="1"/>
              <a:t>지페의</a:t>
            </a:r>
            <a:r>
              <a:rPr lang="ko-KR" altLang="en-US" sz="1200" dirty="0"/>
              <a:t> 큰 값 </a:t>
            </a:r>
            <a:r>
              <a:rPr lang="en-US" altLang="ko-KR" sz="1200" dirty="0"/>
              <a:t>&gt; </a:t>
            </a:r>
            <a:r>
              <a:rPr lang="ko-KR" altLang="en-US" sz="1200" dirty="0"/>
              <a:t>지갑의 큰 값</a:t>
            </a:r>
            <a:r>
              <a:rPr lang="en-US" altLang="ko-KR" sz="1200" dirty="0"/>
              <a:t>)</a:t>
            </a:r>
            <a:r>
              <a:rPr lang="ko-KR" altLang="en-US" sz="1200" dirty="0"/>
              <a:t> 동안 반복</a:t>
            </a:r>
            <a:endParaRPr lang="en-US" altLang="ko-KR" sz="1200" dirty="0"/>
          </a:p>
          <a:p>
            <a:r>
              <a:rPr lang="en-US" altLang="ko-KR" sz="1200" dirty="0"/>
              <a:t>	</a:t>
            </a:r>
            <a:r>
              <a:rPr lang="ko-KR" altLang="en-US" sz="1200" dirty="0" err="1"/>
              <a:t>지페의</a:t>
            </a:r>
            <a:r>
              <a:rPr lang="ko-KR" altLang="en-US" sz="1200" dirty="0"/>
              <a:t> 두개 길이를 비교해서 큰 것을 </a:t>
            </a:r>
            <a:r>
              <a:rPr lang="en-US" altLang="ko-KR" sz="1200" dirty="0"/>
              <a:t>2</a:t>
            </a:r>
            <a:r>
              <a:rPr lang="ko-KR" altLang="en-US" sz="1200" dirty="0"/>
              <a:t>로 나눈다</a:t>
            </a:r>
            <a:r>
              <a:rPr lang="en-US" altLang="ko-KR" sz="1200" dirty="0"/>
              <a:t>.</a:t>
            </a:r>
          </a:p>
          <a:p>
            <a:r>
              <a:rPr lang="en-US" altLang="ko-KR" sz="1200" dirty="0"/>
              <a:t>	answer 1</a:t>
            </a:r>
            <a:r>
              <a:rPr lang="ko-KR" altLang="en-US" sz="1200" dirty="0"/>
              <a:t>증가</a:t>
            </a:r>
            <a:endParaRPr lang="en-US" altLang="ko-KR" sz="1200" dirty="0"/>
          </a:p>
          <a:p>
            <a:endParaRPr lang="en-US" altLang="ko-KR" sz="1200" dirty="0"/>
          </a:p>
          <a:p>
            <a:r>
              <a:rPr lang="en-US" altLang="ko-KR" sz="1200" dirty="0"/>
              <a:t>	</a:t>
            </a:r>
            <a:r>
              <a:rPr lang="ko-KR" altLang="en-US" sz="1200" dirty="0"/>
              <a:t>이때 지폐의 최소값</a:t>
            </a:r>
            <a:r>
              <a:rPr lang="en-US" altLang="ko-KR" sz="1200" dirty="0"/>
              <a:t>, </a:t>
            </a:r>
            <a:r>
              <a:rPr lang="ko-KR" altLang="en-US" sz="1200" dirty="0"/>
              <a:t>최대값을 다시 구한다</a:t>
            </a:r>
            <a:r>
              <a:rPr lang="en-US" altLang="ko-KR" sz="1200" dirty="0"/>
              <a:t>.</a:t>
            </a:r>
          </a:p>
          <a:p>
            <a:endParaRPr lang="en-US" altLang="ko-KR" sz="1200" dirty="0"/>
          </a:p>
          <a:p>
            <a:r>
              <a:rPr lang="en-US" altLang="ko-KR" sz="1200" dirty="0"/>
              <a:t>3. answer</a:t>
            </a:r>
            <a:r>
              <a:rPr lang="ko-KR" altLang="en-US" sz="1200" dirty="0"/>
              <a:t>를 </a:t>
            </a:r>
            <a:r>
              <a:rPr lang="en-US" altLang="ko-KR" sz="1200" dirty="0"/>
              <a:t>return</a:t>
            </a:r>
            <a:endParaRPr lang="ko-KR" altLang="en-US" sz="1200" dirty="0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E27415E2-0498-414F-B9F4-3EC270F6032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87026" y="3884364"/>
            <a:ext cx="7019095" cy="2492989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228805871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>
            <a:extLst>
              <a:ext uri="{FF2B5EF4-FFF2-40B4-BE49-F238E27FC236}">
                <a16:creationId xmlns:a16="http://schemas.microsoft.com/office/drawing/2014/main" id="{3FFF3E23-CC73-4B24-B188-6BE2DF0BA53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217386"/>
            <a:ext cx="11312769" cy="6443260"/>
          </a:xfrm>
          <a:prstGeom prst="rect">
            <a:avLst/>
          </a:prstGeom>
        </p:spPr>
      </p:pic>
      <p:cxnSp>
        <p:nvCxnSpPr>
          <p:cNvPr id="4" name="직선 연결선 3">
            <a:extLst>
              <a:ext uri="{FF2B5EF4-FFF2-40B4-BE49-F238E27FC236}">
                <a16:creationId xmlns:a16="http://schemas.microsoft.com/office/drawing/2014/main" id="{F1883FA2-DB0A-4700-9F52-0AE1ED0CEAFD}"/>
              </a:ext>
            </a:extLst>
          </p:cNvPr>
          <p:cNvCxnSpPr/>
          <p:nvPr/>
        </p:nvCxnSpPr>
        <p:spPr>
          <a:xfrm>
            <a:off x="2286000" y="6553200"/>
            <a:ext cx="2168769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7203600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>
            <a:extLst>
              <a:ext uri="{FF2B5EF4-FFF2-40B4-BE49-F238E27FC236}">
                <a16:creationId xmlns:a16="http://schemas.microsoft.com/office/drawing/2014/main" id="{488C7916-5C69-4B60-985A-880D6F4F60B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70493" y="3429000"/>
            <a:ext cx="5896798" cy="1981477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4F660DAB-0C7F-4048-80D2-B23C3FA267E9}"/>
              </a:ext>
            </a:extLst>
          </p:cNvPr>
          <p:cNvSpPr txBox="1"/>
          <p:nvPr/>
        </p:nvSpPr>
        <p:spPr>
          <a:xfrm>
            <a:off x="644769" y="422031"/>
            <a:ext cx="533832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ko-KR" altLang="en-US" sz="1100" dirty="0"/>
              <a:t>돗자리가</a:t>
            </a:r>
            <a:r>
              <a:rPr lang="en-US" altLang="ko-KR" sz="1100" dirty="0"/>
              <a:t> (x, y)</a:t>
            </a:r>
            <a:r>
              <a:rPr lang="ko-KR" altLang="en-US" sz="1100" dirty="0"/>
              <a:t>에서 시작하는 정사각형으로 깔릴 수 있는지 체크하는 함수 필요</a:t>
            </a:r>
            <a:endParaRPr lang="en-US" altLang="ko-KR" sz="1100" dirty="0"/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altLang="ko-KR" sz="1100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altLang="ko-KR" sz="1100" dirty="0"/>
              <a:t>Solution</a:t>
            </a:r>
            <a:r>
              <a:rPr lang="ko-KR" altLang="en-US" sz="1100" dirty="0"/>
              <a:t>함수에서 공원의 모든 좌표에 대해 돗자리를 깔  수 있는지 확인</a:t>
            </a:r>
            <a:endParaRPr lang="en-US" altLang="ko-KR" sz="1100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altLang="ko-KR" sz="1100" dirty="0"/>
              <a:t>   (</a:t>
            </a:r>
            <a:r>
              <a:rPr lang="ko-KR" altLang="en-US" sz="1100" dirty="0"/>
              <a:t>가장 큰 돗자리 크기를 반환하는 코드도 필요</a:t>
            </a:r>
            <a:r>
              <a:rPr lang="en-US" altLang="ko-KR" sz="1100" dirty="0"/>
              <a:t>)</a:t>
            </a:r>
            <a:endParaRPr lang="ko-KR" altLang="en-US" sz="1100" dirty="0"/>
          </a:p>
        </p:txBody>
      </p:sp>
    </p:spTree>
    <p:extLst>
      <p:ext uri="{BB962C8B-B14F-4D97-AF65-F5344CB8AC3E}">
        <p14:creationId xmlns:p14="http://schemas.microsoft.com/office/powerpoint/2010/main" val="237917979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453</TotalTime>
  <Words>124</Words>
  <Application>Microsoft Office PowerPoint</Application>
  <PresentationFormat>와이드스크린</PresentationFormat>
  <Paragraphs>19</Paragraphs>
  <Slides>5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5</vt:i4>
      </vt:variant>
    </vt:vector>
  </HeadingPairs>
  <TitlesOfParts>
    <vt:vector size="8" baseType="lpstr">
      <vt:lpstr>맑은 고딕</vt:lpstr>
      <vt:lpstr>Arial</vt:lpstr>
      <vt:lpstr>Office 테마</vt:lpstr>
      <vt:lpstr>실습 4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실습 2</dc:title>
  <dc:creator>김칠화</dc:creator>
  <cp:lastModifiedBy>김칠화</cp:lastModifiedBy>
  <cp:revision>22</cp:revision>
  <cp:lastPrinted>2026-05-27T01:36:28Z</cp:lastPrinted>
  <dcterms:created xsi:type="dcterms:W3CDTF">2026-05-13T02:40:31Z</dcterms:created>
  <dcterms:modified xsi:type="dcterms:W3CDTF">2026-05-27T07:33:42Z</dcterms:modified>
</cp:coreProperties>
</file>