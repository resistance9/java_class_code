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023" autoAdjust="0"/>
    <p:restoredTop sz="94660"/>
  </p:normalViewPr>
  <p:slideViewPr>
    <p:cSldViewPr snapToGrid="0">
      <p:cViewPr>
        <p:scale>
          <a:sx n="118" d="100"/>
          <a:sy n="118" d="100"/>
        </p:scale>
        <p:origin x="12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879DDD-3D85-4CB2-936B-64FD14FCB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3C7E31F-1084-4A46-9257-990673EE2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480B1E-C009-41E7-AB95-58F6E2D66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82E37-EFCA-48A8-8314-9FFF5B26BD58}" type="datetimeFigureOut">
              <a:rPr lang="ko-KR" altLang="en-US" smtClean="0"/>
              <a:t>2026. 5. 7.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0265D-6AB2-4875-8A02-EA8E73A5A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A9DB5D-D246-4F52-A059-82AFEC701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CFE8-F89C-4122-933A-62BD67209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21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2E8103-79DC-480C-931A-0855E8B40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32B8F3-C1D8-4369-8FDB-40F1B01DD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13EF9E-27EE-43AC-9E63-C36968CBA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82E37-EFCA-48A8-8314-9FFF5B26BD58}" type="datetimeFigureOut">
              <a:rPr lang="ko-KR" altLang="en-US" smtClean="0"/>
              <a:t>2026. 5. 7.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2524BA-A9FF-47B5-A2C9-877FDF809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618805-EAAA-43BD-AEBC-E0A1288EC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CFE8-F89C-4122-933A-62BD67209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617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4AD550-E526-4E3C-90C9-2E955FFD7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6B8FAC-43FD-4E17-8199-DD050DD69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265483-3EF8-4C05-8059-97E9DDCA3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82E37-EFCA-48A8-8314-9FFF5B26BD58}" type="datetimeFigureOut">
              <a:rPr lang="ko-KR" altLang="en-US" smtClean="0"/>
              <a:t>2026. 5. 7.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9B70CF-924E-4C51-BC80-5CD892370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223293-36E2-4E39-A91A-77F97EEB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CFE8-F89C-4122-933A-62BD67209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109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B70A7E-FFBA-402D-9F1F-48C82C955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6E2547-E7C3-449E-BF0F-2C9B2EA717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31E9C6-8FD5-4D42-A722-510C751F8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8A9386-D618-4C59-A24A-81646CBDD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82E37-EFCA-48A8-8314-9FFF5B26BD58}" type="datetimeFigureOut">
              <a:rPr lang="ko-KR" altLang="en-US" smtClean="0"/>
              <a:t>2026. 5. 7.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220C4D-33A2-4AF1-AD06-BD958F7B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5DC9BA-0AC4-41B5-9CD8-AC70BB40B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CFE8-F89C-4122-933A-62BD67209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6881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12F9A-0834-44A3-B125-2E0312FDB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554694-0A3A-49A3-8523-5A6BA341E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88BAE1-0E70-4EF0-A27D-0286F9A61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B65E6C0-8098-4BB9-BF92-2FA27F559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F58BF26-B7DB-4A8D-861F-D57E0B5FF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FEED455-129C-4D55-8984-B380D29E0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82E37-EFCA-48A8-8314-9FFF5B26BD58}" type="datetimeFigureOut">
              <a:rPr lang="ko-KR" altLang="en-US" smtClean="0"/>
              <a:t>2026. 5. 7.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AE5A49C-4EEE-4045-A0FC-40233363C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D8A198D-1D8D-4130-A157-78D9E0EF7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CFE8-F89C-4122-933A-62BD67209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036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B021E0-9528-40F9-8647-229E2E680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BF75B81-F4B4-43B8-BB43-D8ECE081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82E37-EFCA-48A8-8314-9FFF5B26BD58}" type="datetimeFigureOut">
              <a:rPr lang="ko-KR" altLang="en-US" smtClean="0"/>
              <a:t>2026. 5. 7.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22580E-BA1D-4B58-94C7-6D1F415A1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F92FD3-D8B4-450F-94D6-0B42E71BC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CFE8-F89C-4122-933A-62BD67209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974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DBDD1E-FBA2-4767-9397-5D9B8EA97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82E37-EFCA-48A8-8314-9FFF5B26BD58}" type="datetimeFigureOut">
              <a:rPr lang="ko-KR" altLang="en-US" smtClean="0"/>
              <a:t>2026. 5. 7.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4925120-6CE3-4194-963D-5B2EF9D68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326DC4-6E16-4153-AC26-12129525A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CFE8-F89C-4122-933A-62BD67209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933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4F7065-19B7-4676-8B51-C48C714C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E7BD0A-04E6-4049-AAAA-E30641E47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7BCCE3-7149-4EDC-AA5D-E1CA292A9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283DB9-5124-40BA-8F6C-6F43D1635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82E37-EFCA-48A8-8314-9FFF5B26BD58}" type="datetimeFigureOut">
              <a:rPr lang="ko-KR" altLang="en-US" smtClean="0"/>
              <a:t>2026. 5. 7.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19C00F-A268-4388-8CA9-43D311196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058AB5-D092-40CA-8884-931543432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CFE8-F89C-4122-933A-62BD67209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988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E94029-A4E1-44A5-B04D-53B472609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DEAA803-02BF-4806-8F71-C8D558AAD1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AB3DA6-E85C-47E9-8390-6B0728BB1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5903FA-07A6-41F1-888D-3B5125276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82E37-EFCA-48A8-8314-9FFF5B26BD58}" type="datetimeFigureOut">
              <a:rPr lang="ko-KR" altLang="en-US" smtClean="0"/>
              <a:t>2026. 5. 7.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D157C6-2DB1-4405-A18F-E314F292A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9CCEAC-2992-4478-BF8E-591984588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CFE8-F89C-4122-933A-62BD67209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664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E2033-DDD4-44FF-A399-1AD7CC87A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84A26B9-B4E1-4DD8-8AF2-D7CCE8E77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10D1B5-C680-4CCA-BD79-4BC2EAB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82E37-EFCA-48A8-8314-9FFF5B26BD58}" type="datetimeFigureOut">
              <a:rPr lang="ko-KR" altLang="en-US" smtClean="0"/>
              <a:t>2026. 5. 7.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EAF7D4-0D74-43D5-BA46-7BD5D6990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F9EB53-581B-45CB-BDB3-7EB3F72D4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CFE8-F89C-4122-933A-62BD67209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890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BDFF7D4-259E-42E3-A248-A9162892E5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F90E42-545F-475E-8842-C76BFC528C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163F2D-CD3B-473D-AEA9-3C6B5C80C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82E37-EFCA-48A8-8314-9FFF5B26BD58}" type="datetimeFigureOut">
              <a:rPr lang="ko-KR" altLang="en-US" smtClean="0"/>
              <a:t>2026. 5. 7.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9DC11B-121A-4FC3-9BB4-8AF79D2DE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22121E-8CB6-49D3-8EE1-EC50816A0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CFE8-F89C-4122-933A-62BD67209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0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64AF3AD-5E1B-4920-A240-382A22174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356CCD-20D9-42DE-BB39-E3B5C0C5C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E28BD4-B534-4EF2-9714-772396B87B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82E37-EFCA-48A8-8314-9FFF5B26BD58}" type="datetimeFigureOut">
              <a:rPr lang="ko-KR" altLang="en-US" smtClean="0"/>
              <a:t>2026. 5. 7.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433D5A-650B-4F2D-88D7-8EB595BCF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C47902-1472-4A6B-870A-8CC12F75A7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CCFE8-F89C-4122-933A-62BD67209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769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B2E84FE-E2F4-42D6-993F-58A32E2EE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02DC0BB-1B50-4837-AFB9-D64CD0375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pcce</a:t>
            </a:r>
            <a:r>
              <a:rPr lang="en-US" altLang="ko-KR" dirty="0"/>
              <a:t> 1,2,3</a:t>
            </a:r>
            <a:r>
              <a:rPr lang="ko-KR" altLang="en-US" dirty="0"/>
              <a:t>번</a:t>
            </a:r>
            <a:endParaRPr lang="en-US" altLang="ko-KR" dirty="0"/>
          </a:p>
          <a:p>
            <a:r>
              <a:rPr lang="ko-KR" altLang="en-US" dirty="0"/>
              <a:t>백준 </a:t>
            </a:r>
            <a:r>
              <a:rPr lang="en-US" altLang="ko-KR" dirty="0"/>
              <a:t>step1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8162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13C2B49-DC2F-468B-BB16-D5F3115E9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95" y="399886"/>
            <a:ext cx="6423520" cy="432927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A6D97D7-575F-41DF-BB2B-7E778B319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707" y="933050"/>
            <a:ext cx="4853898" cy="137629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C70F44E-A347-46CF-8B4D-CA69ACA8B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694" y="2743415"/>
            <a:ext cx="4668067" cy="198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064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ADC943-5DBD-4E5B-A59D-D4D2735B0A56}"/>
              </a:ext>
            </a:extLst>
          </p:cNvPr>
          <p:cNvSpPr txBox="1"/>
          <p:nvPr/>
        </p:nvSpPr>
        <p:spPr>
          <a:xfrm>
            <a:off x="328613" y="328613"/>
            <a:ext cx="2907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PCCE</a:t>
            </a:r>
            <a:r>
              <a:rPr lang="ko-KR" altLang="en-US" sz="1400" b="1" dirty="0"/>
              <a:t> 기출문제 </a:t>
            </a:r>
            <a:r>
              <a:rPr lang="en-US" altLang="ko-KR" sz="1400" b="1" dirty="0"/>
              <a:t>2</a:t>
            </a:r>
            <a:r>
              <a:rPr lang="ko-KR" altLang="en-US" sz="1400" b="1" dirty="0"/>
              <a:t>번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  각도 합치기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AB6874E-733B-4453-B179-7263A23E5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87" y="1028385"/>
            <a:ext cx="10212225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533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A6145E5-340F-4F5F-BB6E-E8B635BA4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96" y="716633"/>
            <a:ext cx="7842277" cy="54247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063D3C-EE6C-4DE8-A2FF-80FB8C2B9505}"/>
              </a:ext>
            </a:extLst>
          </p:cNvPr>
          <p:cNvSpPr txBox="1"/>
          <p:nvPr/>
        </p:nvSpPr>
        <p:spPr>
          <a:xfrm>
            <a:off x="328613" y="328613"/>
            <a:ext cx="2907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PCCE</a:t>
            </a:r>
            <a:r>
              <a:rPr lang="ko-KR" altLang="en-US" sz="1400" b="1" dirty="0"/>
              <a:t> 기출문제 </a:t>
            </a:r>
            <a:r>
              <a:rPr lang="en-US" altLang="ko-KR" sz="1400" b="1" dirty="0"/>
              <a:t>2</a:t>
            </a:r>
            <a:r>
              <a:rPr lang="ko-KR" altLang="en-US" sz="1400" b="1" dirty="0"/>
              <a:t>번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  각도 합치기</a:t>
            </a:r>
          </a:p>
        </p:txBody>
      </p:sp>
    </p:spTree>
    <p:extLst>
      <p:ext uri="{BB962C8B-B14F-4D97-AF65-F5344CB8AC3E}">
        <p14:creationId xmlns:p14="http://schemas.microsoft.com/office/powerpoint/2010/main" val="2254167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3524A9-5A9C-4CDC-A394-44E27CB1522C}"/>
              </a:ext>
            </a:extLst>
          </p:cNvPr>
          <p:cNvSpPr txBox="1"/>
          <p:nvPr/>
        </p:nvSpPr>
        <p:spPr>
          <a:xfrm>
            <a:off x="328613" y="328613"/>
            <a:ext cx="2727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PCCE</a:t>
            </a:r>
            <a:r>
              <a:rPr lang="ko-KR" altLang="en-US" sz="1400" b="1" dirty="0"/>
              <a:t> 기출문제 </a:t>
            </a:r>
            <a:r>
              <a:rPr lang="en-US" altLang="ko-KR" sz="1400" b="1" dirty="0"/>
              <a:t>3</a:t>
            </a:r>
            <a:r>
              <a:rPr lang="ko-KR" altLang="en-US" sz="1400" b="1" dirty="0"/>
              <a:t>번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  수 나누기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188E72A-02E6-4E9B-B17B-63C4CC23D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2" y="971339"/>
            <a:ext cx="7761365" cy="415787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30BBAD1-0E1F-4ECE-A529-1D2E86DE6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8567" y="833151"/>
            <a:ext cx="2538545" cy="549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562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EAA5BB5-F937-4A0A-95A4-E0588BF6D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67" y="1018865"/>
            <a:ext cx="7258458" cy="54852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98041A-554B-4FC8-93AB-4C2DFF1D4B68}"/>
              </a:ext>
            </a:extLst>
          </p:cNvPr>
          <p:cNvSpPr txBox="1"/>
          <p:nvPr/>
        </p:nvSpPr>
        <p:spPr>
          <a:xfrm>
            <a:off x="328613" y="328613"/>
            <a:ext cx="2727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PCCE</a:t>
            </a:r>
            <a:r>
              <a:rPr lang="ko-KR" altLang="en-US" sz="1400" b="1" dirty="0"/>
              <a:t> 기출문제 </a:t>
            </a:r>
            <a:r>
              <a:rPr lang="en-US" altLang="ko-KR" sz="1400" b="1" dirty="0"/>
              <a:t>3</a:t>
            </a:r>
            <a:r>
              <a:rPr lang="ko-KR" altLang="en-US" sz="1400" b="1" dirty="0"/>
              <a:t>번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  수 나누기</a:t>
            </a:r>
          </a:p>
        </p:txBody>
      </p:sp>
    </p:spTree>
    <p:extLst>
      <p:ext uri="{BB962C8B-B14F-4D97-AF65-F5344CB8AC3E}">
        <p14:creationId xmlns:p14="http://schemas.microsoft.com/office/powerpoint/2010/main" val="867085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FD2E4B-DE69-45AD-BA4D-C041B1FE0600}"/>
              </a:ext>
            </a:extLst>
          </p:cNvPr>
          <p:cNvSpPr txBox="1"/>
          <p:nvPr/>
        </p:nvSpPr>
        <p:spPr>
          <a:xfrm>
            <a:off x="328613" y="328613"/>
            <a:ext cx="46249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백준 </a:t>
            </a:r>
            <a:r>
              <a:rPr lang="en-US" altLang="ko-KR" sz="1400" b="1" dirty="0"/>
              <a:t>1</a:t>
            </a:r>
            <a:r>
              <a:rPr lang="ko-KR" altLang="en-US" sz="1400" b="1" dirty="0"/>
              <a:t>단계 </a:t>
            </a:r>
            <a:r>
              <a:rPr lang="en-US" altLang="ko-KR" sz="1400" b="1" dirty="0"/>
              <a:t>3</a:t>
            </a:r>
            <a:r>
              <a:rPr lang="ko-KR" altLang="en-US" sz="1400" b="1" dirty="0"/>
              <a:t>번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  두수를 입력 받고 합을 출력하는 문제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FC7CAEB-5037-4810-A7DF-45196A93E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07" y="1038003"/>
            <a:ext cx="5776383" cy="36197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C5C8C6-4B02-4675-BA5C-617F492CB4E9}"/>
              </a:ext>
            </a:extLst>
          </p:cNvPr>
          <p:cNvSpPr txBox="1"/>
          <p:nvPr/>
        </p:nvSpPr>
        <p:spPr>
          <a:xfrm>
            <a:off x="614007" y="5739256"/>
            <a:ext cx="8545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import</a:t>
            </a:r>
            <a:r>
              <a:rPr lang="ko-KR" altLang="en-US" dirty="0"/>
              <a:t>문 사용해야</a:t>
            </a:r>
            <a:r>
              <a:rPr lang="en-US" altLang="ko-KR" dirty="0"/>
              <a:t> </a:t>
            </a:r>
            <a:r>
              <a:rPr lang="ko-KR" altLang="en-US" dirty="0"/>
              <a:t>함</a:t>
            </a:r>
            <a:r>
              <a:rPr lang="en-US" altLang="ko-KR" dirty="0"/>
              <a:t>!    Scanner </a:t>
            </a:r>
            <a:r>
              <a:rPr lang="ko-KR" altLang="en-US" dirty="0"/>
              <a:t>사용</a:t>
            </a:r>
            <a:r>
              <a:rPr lang="en-US" altLang="ko-KR" dirty="0"/>
              <a:t>,  </a:t>
            </a:r>
            <a:r>
              <a:rPr lang="ko-KR" altLang="en-US" dirty="0"/>
              <a:t>입력된 정수 읽어 오기 위한 </a:t>
            </a:r>
            <a:r>
              <a:rPr lang="en-US" altLang="ko-KR" dirty="0" err="1"/>
              <a:t>nextInt</a:t>
            </a:r>
            <a:r>
              <a:rPr lang="en-US" altLang="ko-KR" dirty="0"/>
              <a:t> </a:t>
            </a:r>
            <a:r>
              <a:rPr lang="ko-KR" altLang="en-US" dirty="0"/>
              <a:t>사용</a:t>
            </a:r>
          </a:p>
        </p:txBody>
      </p:sp>
    </p:spTree>
    <p:extLst>
      <p:ext uri="{BB962C8B-B14F-4D97-AF65-F5344CB8AC3E}">
        <p14:creationId xmlns:p14="http://schemas.microsoft.com/office/powerpoint/2010/main" val="3873658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6DCBFB-3269-4119-9770-669BF975A3E9}"/>
              </a:ext>
            </a:extLst>
          </p:cNvPr>
          <p:cNvSpPr txBox="1"/>
          <p:nvPr/>
        </p:nvSpPr>
        <p:spPr>
          <a:xfrm>
            <a:off x="328613" y="328613"/>
            <a:ext cx="35397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백준 </a:t>
            </a:r>
            <a:r>
              <a:rPr lang="en-US" altLang="ko-KR" sz="1400" b="1" dirty="0"/>
              <a:t>1</a:t>
            </a:r>
            <a:r>
              <a:rPr lang="ko-KR" altLang="en-US" sz="1400" b="1" dirty="0"/>
              <a:t>단계 </a:t>
            </a:r>
            <a:r>
              <a:rPr lang="en-US" altLang="ko-KR" sz="1400" b="1" dirty="0"/>
              <a:t>7</a:t>
            </a:r>
            <a:r>
              <a:rPr lang="ko-KR" altLang="en-US" sz="1400" b="1" dirty="0"/>
              <a:t>번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  입출력을 응용하는 문제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9B153AE-C475-40B4-B890-CC1A64092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14" y="947510"/>
            <a:ext cx="9301561" cy="52952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7FB9B6-0197-443B-AB4A-AF0AB414736A}"/>
              </a:ext>
            </a:extLst>
          </p:cNvPr>
          <p:cNvSpPr txBox="1"/>
          <p:nvPr/>
        </p:nvSpPr>
        <p:spPr>
          <a:xfrm>
            <a:off x="1033742" y="6206221"/>
            <a:ext cx="78181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알고리즘 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입력 받은 문자열에 </a:t>
            </a:r>
            <a:r>
              <a:rPr lang="en-US" altLang="ko-KR" dirty="0">
                <a:solidFill>
                  <a:srgbClr val="FF0000"/>
                </a:solidFill>
              </a:rPr>
              <a:t>??!</a:t>
            </a:r>
            <a:r>
              <a:rPr lang="ko-KR" altLang="en-US" dirty="0">
                <a:solidFill>
                  <a:srgbClr val="FF0000"/>
                </a:solidFill>
              </a:rPr>
              <a:t>라는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문자열 덧붙여 출력</a:t>
            </a:r>
            <a:r>
              <a:rPr lang="en-US" altLang="ko-KR" dirty="0">
                <a:solidFill>
                  <a:srgbClr val="FF0000"/>
                </a:solidFill>
              </a:rPr>
              <a:t>,  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             </a:t>
            </a:r>
            <a:r>
              <a:rPr lang="ko-KR" altLang="en-US" dirty="0">
                <a:solidFill>
                  <a:srgbClr val="FF0000"/>
                </a:solidFill>
              </a:rPr>
              <a:t>자바에서 문자열 연산이나 </a:t>
            </a:r>
            <a:r>
              <a:rPr lang="en-US" altLang="ko-KR" dirty="0">
                <a:solidFill>
                  <a:srgbClr val="FF0000"/>
                </a:solidFill>
              </a:rPr>
              <a:t>String </a:t>
            </a:r>
            <a:r>
              <a:rPr lang="ko-KR" altLang="en-US" dirty="0">
                <a:solidFill>
                  <a:srgbClr val="FF0000"/>
                </a:solidFill>
              </a:rPr>
              <a:t>타입의 출력연산이 매우 쉬움</a:t>
            </a:r>
          </a:p>
        </p:txBody>
      </p:sp>
    </p:spTree>
    <p:extLst>
      <p:ext uri="{BB962C8B-B14F-4D97-AF65-F5344CB8AC3E}">
        <p14:creationId xmlns:p14="http://schemas.microsoft.com/office/powerpoint/2010/main" val="3335197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18CF18-3905-448C-8E6B-F708956E2EEB}"/>
              </a:ext>
            </a:extLst>
          </p:cNvPr>
          <p:cNvSpPr txBox="1"/>
          <p:nvPr/>
        </p:nvSpPr>
        <p:spPr>
          <a:xfrm>
            <a:off x="328613" y="328613"/>
            <a:ext cx="21579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백준 </a:t>
            </a:r>
            <a:r>
              <a:rPr lang="en-US" altLang="ko-KR" sz="1400" b="1" dirty="0"/>
              <a:t>1</a:t>
            </a:r>
            <a:r>
              <a:rPr lang="ko-KR" altLang="en-US" sz="1400" b="1" dirty="0"/>
              <a:t>단계 </a:t>
            </a:r>
            <a:r>
              <a:rPr lang="en-US" altLang="ko-KR" sz="1400" b="1" dirty="0"/>
              <a:t>9</a:t>
            </a:r>
            <a:r>
              <a:rPr lang="ko-KR" altLang="en-US" sz="1400" b="1" dirty="0"/>
              <a:t>번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  나머지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03F9B75-E7EE-4F1D-9C03-457D015E8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165" y="876758"/>
            <a:ext cx="9470572" cy="575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910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5BEB6B-C2E2-99D5-00C7-783BEB64B5EF}"/>
              </a:ext>
            </a:extLst>
          </p:cNvPr>
          <p:cNvSpPr txBox="1"/>
          <p:nvPr/>
        </p:nvSpPr>
        <p:spPr>
          <a:xfrm>
            <a:off x="326571" y="729343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문제 </a:t>
            </a:r>
            <a:r>
              <a:rPr kumimoji="1" lang="en-US" altLang="ko-KR" dirty="0"/>
              <a:t>1</a:t>
            </a:r>
            <a:r>
              <a:rPr kumimoji="1" lang="ko-KR" altLang="en-US" dirty="0"/>
              <a:t>번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4D91AE5-3AE4-4162-5F95-F9A2B2371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41" y="1463622"/>
            <a:ext cx="7772400" cy="447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793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EB2B6-1A38-F162-9CCC-F8E706344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4201F5-E1F7-D425-EE7A-9E3FED0830C5}"/>
              </a:ext>
            </a:extLst>
          </p:cNvPr>
          <p:cNvSpPr txBox="1"/>
          <p:nvPr/>
        </p:nvSpPr>
        <p:spPr>
          <a:xfrm>
            <a:off x="326571" y="729343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문제 </a:t>
            </a:r>
            <a:r>
              <a:rPr kumimoji="1" lang="en-US" altLang="ko-KR" dirty="0"/>
              <a:t>2</a:t>
            </a:r>
            <a:r>
              <a:rPr kumimoji="1" lang="ko-KR" altLang="en-US" dirty="0"/>
              <a:t>번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DB16D2C-C116-A85F-8C7C-EE7775CE0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973" y="1404257"/>
            <a:ext cx="7772400" cy="4497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077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17181-73C9-82A3-B862-8B3FC2851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A2E1B9-D980-C7E4-98A4-F379E7917E9D}"/>
              </a:ext>
            </a:extLst>
          </p:cNvPr>
          <p:cNvSpPr txBox="1"/>
          <p:nvPr/>
        </p:nvSpPr>
        <p:spPr>
          <a:xfrm>
            <a:off x="326571" y="729343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문제 </a:t>
            </a:r>
            <a:r>
              <a:rPr kumimoji="1" lang="en-US" altLang="ko-KR" dirty="0"/>
              <a:t>3</a:t>
            </a:r>
            <a:r>
              <a:rPr kumimoji="1" lang="ko-KR" altLang="en-US" dirty="0"/>
              <a:t>번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AAE26F-45FA-078F-4A88-3CE2F57D4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348" y="1447800"/>
            <a:ext cx="7772400" cy="450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129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9BB6E-D52F-1671-83C1-A386F3A1D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208742-DF13-23D3-11FB-88234890E206}"/>
              </a:ext>
            </a:extLst>
          </p:cNvPr>
          <p:cNvSpPr txBox="1"/>
          <p:nvPr/>
        </p:nvSpPr>
        <p:spPr>
          <a:xfrm>
            <a:off x="326571" y="729343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문제 </a:t>
            </a:r>
            <a:r>
              <a:rPr kumimoji="1" lang="en-US" altLang="ko-KR" dirty="0"/>
              <a:t>4</a:t>
            </a:r>
            <a:r>
              <a:rPr kumimoji="1" lang="ko-KR" altLang="en-US" dirty="0"/>
              <a:t>번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FFF4E3-2EE2-D3FD-8DD1-B20E5254B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348" y="1393371"/>
            <a:ext cx="7772400" cy="452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29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8EE10-1B94-5EB0-D095-5F03C5BE2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7BC14E-CAD6-3DE7-1AD7-A97CB968CA9B}"/>
              </a:ext>
            </a:extLst>
          </p:cNvPr>
          <p:cNvSpPr txBox="1"/>
          <p:nvPr/>
        </p:nvSpPr>
        <p:spPr>
          <a:xfrm>
            <a:off x="326571" y="729343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문제 </a:t>
            </a:r>
            <a:r>
              <a:rPr kumimoji="1" lang="en-US" altLang="ko-KR" dirty="0"/>
              <a:t>5</a:t>
            </a:r>
            <a:r>
              <a:rPr kumimoji="1" lang="ko-KR" altLang="en-US" dirty="0"/>
              <a:t>번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B9C0851-C1AD-E47E-8AA6-9A1D2C89B3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348" y="1458686"/>
            <a:ext cx="7772400" cy="449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725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56A92-7E13-576C-B17D-2B8E13373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9EA10B-3EF5-8FA7-F137-75A2F18C2915}"/>
              </a:ext>
            </a:extLst>
          </p:cNvPr>
          <p:cNvSpPr txBox="1"/>
          <p:nvPr/>
        </p:nvSpPr>
        <p:spPr>
          <a:xfrm>
            <a:off x="326571" y="729343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문제 </a:t>
            </a:r>
            <a:r>
              <a:rPr kumimoji="1" lang="en-US" altLang="ko-KR" dirty="0"/>
              <a:t>6</a:t>
            </a:r>
            <a:r>
              <a:rPr kumimoji="1" lang="ko-KR" altLang="en-US" dirty="0"/>
              <a:t>번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668B401-AD5F-9F3A-9476-613E0371A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348" y="1426028"/>
            <a:ext cx="7772400" cy="451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989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116</Words>
  <Application>Microsoft Macintosh PowerPoint</Application>
  <PresentationFormat>와이드스크린</PresentationFormat>
  <Paragraphs>19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실습 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실습 1</dc:title>
  <dc:creator>김칠화</dc:creator>
  <cp:lastModifiedBy>이 우현</cp:lastModifiedBy>
  <cp:revision>6</cp:revision>
  <dcterms:created xsi:type="dcterms:W3CDTF">2026-05-06T01:31:57Z</dcterms:created>
  <dcterms:modified xsi:type="dcterms:W3CDTF">2026-05-07T06:37:17Z</dcterms:modified>
</cp:coreProperties>
</file>