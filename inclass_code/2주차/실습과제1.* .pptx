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17"/>
  </p:normalViewPr>
  <p:slideViewPr>
    <p:cSldViewPr snapToGrid="0">
      <p:cViewPr varScale="1">
        <p:scale>
          <a:sx n="111" d="100"/>
          <a:sy n="111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624D5-3E22-9C2E-A2EF-7ADF18C17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0DDA22-8DFE-D300-8049-853377B2C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9F360-8F72-7210-A09A-1876670F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4BD5E-28E7-4E38-06E3-13B08C90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FFEA37-B79A-168F-6A0D-E371FC30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057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865EC-755D-1B07-7CBE-C8B230DE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4ABB2-17B6-31BF-37EE-2F4E7DFD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232041-66EC-0522-E9C8-765138D9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0ACF9-B5DD-2041-9659-77F04D19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C1AE4-2A18-1B47-2143-B8D3A5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032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EF370-9663-FA6F-5B23-50C8622C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09ED70-ABA7-A772-D8A5-63FF638B8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65BE57-2509-9D48-C6F6-2EF50B93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18070-A8CC-3BA3-C2F6-0D28F6CD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E530C-F9E0-3E71-0BBD-9797A7A0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471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664D6-1AF6-D3B6-45A7-7E0E7998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BD083F-B856-8737-3A24-9C9EB88D4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66034F-4FE1-C3E8-16B5-A4FA6BA46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FFD760-616B-DBCB-DAC7-DD37BE23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39CA1E-795F-184C-36F4-8C8C482F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4BD547-C407-9CA8-E522-F96E7DB3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158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5E43B-F6D7-E95A-5619-789C8364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BBE1B5-BDF3-EAB9-5AD3-A2CC48AAC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ED3055-E424-E178-C6A6-12CD91194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8DD404-F639-673B-0914-44849BEB5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333290-3786-87E8-ED9E-F403D9F23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897BB4-9C37-E484-D4A8-39216F16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1B7C0C-2DA3-2F7A-415D-0D0A28C8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582D51-58F8-9D41-C555-5E9DBBAA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70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6D305-3151-F340-C424-01CFE13F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610D63-9EF8-B1AD-EB11-0A46A9BB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81A775-11D7-8AF9-9658-E8E830B6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F0C90D-9C3D-062B-35CF-6068F858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605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FBCA6E-C605-7CA5-CC6C-B4EDECB5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69D8E1-2CC8-6EDE-D902-82E8EB84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277954-DD60-8D0F-E5F2-0948CCFC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370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474B2-57E7-6FF1-4256-23432F4B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A837F-882A-1578-EB96-6A9CAD6F1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0FF4D-5627-613E-8E1B-89A2AF29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E7A07-EC9E-445F-8779-7C08DBE9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2D769C-A71F-13E4-2462-D1D8E1BA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C26E92-A79B-43C5-F74C-1E0DCB4B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395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FE3F-A851-F6FA-1554-E6952365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1E070F-9412-20CC-CF6A-E385272A1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E22DBD-8782-F122-9ADA-732AB7A84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71A651-797B-A154-05AB-9468F892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5C6AB0-C6B1-E92B-F170-66098C87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830C4-BCD3-3356-EB25-598E0830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914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3FC6D-2C1F-1B5F-EB5B-652A5952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BA3D1F-1325-4C4B-CD12-C76411474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1E7A6A-15EB-549E-0675-56E35094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AA8D5-DD0E-A2F1-DF8E-01011E19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1CA82-94C7-8C5A-8A0A-1B37E954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211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BB151E-66B6-20DF-8C02-A117EFB73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50E648-CAEA-45BC-C624-1B5D05588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C5824B-A3C6-7B53-ED0D-E24041DD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A757B-52AA-D340-2588-DE78FEC4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822C5B-5799-B0CE-EB99-7D503AD3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920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6E2C35-B7CF-9AC3-251E-D139ECCD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6F15B3-7264-F7B7-1B64-EA3B24697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F256A4-5737-1917-E614-647F801C1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412AB4-11E0-7C42-AAA9-9952ECA3110F}" type="datetimeFigureOut">
              <a:rPr kumimoji="1" lang="ko-KR" altLang="en-US" smtClean="0"/>
              <a:t>2026. 3. 12.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90A5E-FD58-479B-6B49-87BA4EE8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2AE10-3E74-C3F7-E06A-4552EFF62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439B0-D0EF-494D-BC1B-0B80B74108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72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BF1DB-52AE-34C6-C8FF-C6546218CC94}"/>
              </a:ext>
            </a:extLst>
          </p:cNvPr>
          <p:cNvSpPr txBox="1"/>
          <p:nvPr/>
        </p:nvSpPr>
        <p:spPr>
          <a:xfrm>
            <a:off x="362415" y="46768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Roboto" panose="02000000000000000000" pitchFamily="2" charset="0"/>
              </a:rPr>
              <a:t>1</a:t>
            </a:r>
            <a:r>
              <a:rPr lang="ko-KR" altLang="en-US" b="0" i="0" dirty="0">
                <a:effectLst/>
                <a:latin typeface="Roboto" panose="02000000000000000000" pitchFamily="2" charset="0"/>
              </a:rPr>
              <a:t>장의 실습문제 </a:t>
            </a:r>
            <a:r>
              <a:rPr lang="en-US" altLang="ko-KR" b="0" i="0" dirty="0">
                <a:effectLst/>
                <a:latin typeface="Roboto" panose="02000000000000000000" pitchFamily="2" charset="0"/>
              </a:rPr>
              <a:t>1</a:t>
            </a:r>
            <a:endParaRPr lang="ko-KR" altLang="en-US" dirty="0"/>
          </a:p>
        </p:txBody>
      </p:sp>
      <p:pic>
        <p:nvPicPr>
          <p:cNvPr id="7" name="그림 6" descr="소프트웨어, 멀티미디어 소프트웨어, 텍스트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B6D647-CC7C-962A-5330-9C450768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52" y="467681"/>
            <a:ext cx="9551239" cy="598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B4C5C6-0D92-8D5C-701A-3517EFCB3FBF}"/>
              </a:ext>
            </a:extLst>
          </p:cNvPr>
          <p:cNvSpPr txBox="1"/>
          <p:nvPr/>
        </p:nvSpPr>
        <p:spPr>
          <a:xfrm>
            <a:off x="362415" y="46768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Roboto" panose="02000000000000000000" pitchFamily="2" charset="0"/>
              </a:rPr>
              <a:t>1</a:t>
            </a:r>
            <a:r>
              <a:rPr lang="ko-KR" altLang="en-US" b="0" i="0" dirty="0">
                <a:effectLst/>
                <a:latin typeface="Roboto" panose="02000000000000000000" pitchFamily="2" charset="0"/>
              </a:rPr>
              <a:t>장의 실습문제 </a:t>
            </a:r>
            <a:r>
              <a:rPr lang="en-US" altLang="ko-KR" dirty="0">
                <a:latin typeface="Roboto" panose="02000000000000000000" pitchFamily="2" charset="0"/>
              </a:rPr>
              <a:t>2</a:t>
            </a:r>
            <a:endParaRPr lang="ko-KR" altLang="en-US" dirty="0"/>
          </a:p>
        </p:txBody>
      </p:sp>
      <p:pic>
        <p:nvPicPr>
          <p:cNvPr id="6" name="그림 5" descr="소프트웨어, 멀티미디어 소프트웨어, 그래픽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CBB669-24BB-020D-589F-AC8454E6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27" y="467681"/>
            <a:ext cx="9492582" cy="59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5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E62F566-F61D-23AD-6983-C3E6F87F5043}"/>
              </a:ext>
            </a:extLst>
          </p:cNvPr>
          <p:cNvSpPr txBox="1"/>
          <p:nvPr/>
        </p:nvSpPr>
        <p:spPr>
          <a:xfrm>
            <a:off x="283986" y="56284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Roboto" panose="02000000000000000000" pitchFamily="2" charset="0"/>
              </a:rPr>
              <a:t>교재 </a:t>
            </a:r>
            <a:r>
              <a:rPr lang="en-US" altLang="ko-KR" b="0" i="0" dirty="0">
                <a:effectLst/>
                <a:latin typeface="Roboto" panose="02000000000000000000" pitchFamily="2" charset="0"/>
              </a:rPr>
              <a:t>79</a:t>
            </a:r>
            <a:r>
              <a:rPr lang="ko-KR" altLang="en-US" b="0" i="0" dirty="0">
                <a:effectLst/>
                <a:latin typeface="Roboto" panose="02000000000000000000" pitchFamily="2" charset="0"/>
              </a:rPr>
              <a:t>페이지의 예제</a:t>
            </a:r>
            <a:r>
              <a:rPr lang="en-US" altLang="ko-KR" b="0" i="0" dirty="0">
                <a:effectLst/>
                <a:latin typeface="Roboto" panose="02000000000000000000" pitchFamily="2" charset="0"/>
              </a:rPr>
              <a:t>2-4</a:t>
            </a:r>
            <a:endParaRPr lang="ko-KR" altLang="en-US" dirty="0"/>
          </a:p>
        </p:txBody>
      </p:sp>
      <p:pic>
        <p:nvPicPr>
          <p:cNvPr id="16" name="그림 15" descr="소프트웨어, 텍스트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334CA1-4F66-1252-6EBB-2FB92F0D7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70" y="1139319"/>
            <a:ext cx="8514693" cy="535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4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Macintosh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Roboto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이우현/컴퓨터공학과</dc:creator>
  <cp:lastModifiedBy>이우현/컴퓨터공학과</cp:lastModifiedBy>
  <cp:revision>1</cp:revision>
  <dcterms:created xsi:type="dcterms:W3CDTF">2026-03-12T06:36:10Z</dcterms:created>
  <dcterms:modified xsi:type="dcterms:W3CDTF">2026-03-12T06:39:08Z</dcterms:modified>
</cp:coreProperties>
</file>