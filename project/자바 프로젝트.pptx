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4"/>
  </p:normalViewPr>
  <p:slideViewPr>
    <p:cSldViewPr snapToGrid="0">
      <p:cViewPr varScale="1">
        <p:scale>
          <a:sx n="95" d="100"/>
          <a:sy n="95" d="100"/>
        </p:scale>
        <p:origin x="20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43A6C-12FF-4F6B-DAC9-7DB542429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3911D6-62B9-B6CD-E465-26C7B1FD2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8EBEEA-BF00-FA7D-6A69-34747D06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14ACF1-7FC8-A517-8C4A-EFD801F1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1A9163-4600-3043-E54F-7F19A6A4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028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58C9B-1AE7-9E8F-0C93-16DF0F108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29FF9A-6041-A316-42CB-8B4057AC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0DB756-3727-F63F-17FE-10D512DF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2861CF-3296-7C0A-FF7E-2D6A1D45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EC9634-EEEC-909F-E144-FB2415C3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857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B5EAB-F8FE-EEC1-2F88-42EA819B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F9E54B-FBB5-50CA-3FD9-10FBE29DD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2BF8A-689A-1161-D3EC-2847D05B1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138FD5-6865-0427-E8A2-5AAC26C1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C16F8D-5F20-0314-11F2-1274CAF9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895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F1A85-8C7B-380A-3FF9-385118D1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4351F2-C064-C19D-5E8B-8EFD3C5F3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A028C4-D637-F9FC-0EE1-EC19FC22B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DA3BF7-7EAE-AE3D-A8DD-B5235A3A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55A89A-F3DF-8850-1588-57239E5A1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348210-E13E-CA62-FE81-98697B6C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343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A66E7-8C64-92B1-775B-0465B83A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A17679-9A59-919B-F2DE-A2027A55E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451F72-71AA-CA7B-7768-39E987563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B7DB2C-A4C8-0B81-87BF-C2E1651C2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2A3FEE-34DC-387B-93B4-6DC0CC71E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E0ECFA-3390-E9A8-2C29-CA27E85F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A22F47-7F5E-C433-2541-727112C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EA847-4CEA-11C3-778A-8BA7DEB6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925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3251F-F1D0-189C-AF9A-4236A9FE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278F2A-6F6D-CD5F-B1B3-A8B9A99A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B607E-A1D5-DC2D-CD7C-D3F0E919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B3A1D1-9105-6044-1256-3667C692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62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2934AC-DC06-F8DD-1A66-416B151F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98384F-C037-E808-D76B-A78059F3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34EBC-C60E-C518-57DF-BC1F44C2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952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4F044-8F56-B676-61E6-ED1BD058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65532-EE80-845E-2D34-CF4D72E51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41B791-C331-4F3F-EF47-374DF8A44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D56B8F-3107-DE40-936E-7858E9D8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ABF263-F430-8C3A-62C5-EA0444BF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DED39-28FE-96C4-1DA8-0A585E36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901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2D809-42A2-7143-5D3D-DB771F9AD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B35E6C-7F7C-97C2-15DD-3684AEE5D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264D7C-0FB7-1D2B-A606-37F10476B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1F40E-4AC0-376D-2953-8D2C5A6A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0A94BF-7511-E0BF-4B06-5B3A8D2E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9C8A63-420E-6088-8897-7B453F90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37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3F13B-CD71-8B72-BDF2-68DC517E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24309B-6C0C-4598-D023-A52C3A7CE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250E0-0A56-5F74-1997-E856B01D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FD065-1614-AA73-D01F-56636F19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1D012-DE92-5C25-71CD-044F7D1D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4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330384-0C47-FED1-E833-D9F853EA4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48DA09-0A05-EFDE-0EBD-950D88A43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07F36-CC96-9B37-CE73-1286783A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FA146-E18D-6DB2-2B11-EAA26503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EAA00-DE66-D3A9-D823-92F3BB2F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196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F78E64-6463-44DB-18ED-D99E1C38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9D98EA-F385-5EC8-7F4E-C8602202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FAF78A-2CE8-BBA6-A2C6-0DB6C187B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9FFDE-F652-6746-9B6B-27F2322A0608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D4D75-C512-0AC4-57DC-C3D221E37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876B3F-69A6-57C4-BA36-44847DB06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6B4CB-791E-DC44-9781-6B8B054450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040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A86F23-9585-6949-4AA6-C6083063C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375" y="2459153"/>
            <a:ext cx="2984500" cy="283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FE2E41-C872-222A-EB11-4C9163A0614D}"/>
              </a:ext>
            </a:extLst>
          </p:cNvPr>
          <p:cNvSpPr txBox="1"/>
          <p:nvPr/>
        </p:nvSpPr>
        <p:spPr>
          <a:xfrm>
            <a:off x="9266664" y="18622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실행화면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6B90D9-AB02-7F3C-4192-112027066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650" y="2730500"/>
            <a:ext cx="1536700" cy="139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FF6D61-F06E-C7EA-020F-0F21AB5722AD}"/>
              </a:ext>
            </a:extLst>
          </p:cNvPr>
          <p:cNvSpPr txBox="1"/>
          <p:nvPr/>
        </p:nvSpPr>
        <p:spPr>
          <a:xfrm>
            <a:off x="5568355" y="2185418"/>
            <a:ext cx="105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score.txt</a:t>
            </a:r>
            <a:endParaRPr kumimoji="1"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6AD8B22-D001-C02A-4C65-7CCBD9A73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5" y="2877916"/>
            <a:ext cx="3213100" cy="74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C0D1B0-9FFC-3084-3F3F-B9A7BE9235A0}"/>
              </a:ext>
            </a:extLst>
          </p:cNvPr>
          <p:cNvSpPr txBox="1"/>
          <p:nvPr/>
        </p:nvSpPr>
        <p:spPr>
          <a:xfrm>
            <a:off x="1438508" y="2347561"/>
            <a:ext cx="933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juso.txt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CE119-1451-6DCC-F851-2863D5066BC3}"/>
              </a:ext>
            </a:extLst>
          </p:cNvPr>
          <p:cNvSpPr txBox="1"/>
          <p:nvPr/>
        </p:nvSpPr>
        <p:spPr>
          <a:xfrm>
            <a:off x="2312894" y="1532965"/>
            <a:ext cx="534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여러번</a:t>
            </a:r>
            <a:r>
              <a:rPr kumimoji="1" lang="ko-KR" altLang="en-US" dirty="0"/>
              <a:t> 시도해서 </a:t>
            </a:r>
            <a:r>
              <a:rPr kumimoji="1" lang="ko-KR" altLang="en-US" dirty="0" err="1"/>
              <a:t>출력값이</a:t>
            </a:r>
            <a:r>
              <a:rPr kumimoji="1" lang="ko-KR" altLang="en-US" dirty="0"/>
              <a:t> 서로 다를 수 있습니다</a:t>
            </a:r>
            <a:r>
              <a:rPr kumimoji="1"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121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E56D4-54FB-B508-5AD4-7BD062230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실행화면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20CE4C4-018D-E765-93AE-D0CE6A99C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2550" y="2223294"/>
            <a:ext cx="69469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42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11D30-D978-6472-C4EF-51B5055A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실행화면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CBFA834-49D9-0F31-9040-A45216399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5100" y="2813844"/>
            <a:ext cx="67818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00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174F9-96F0-F0DD-51AF-F852807E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학생성적 학점 출력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20B3D6C-F239-460C-88E9-5C96D3A6B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072" y="1449420"/>
            <a:ext cx="1538757" cy="520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91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5DE39-EB50-1EBC-1018-D0D030D6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학생검색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CF49445-5E84-DE04-317F-EE997F34B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9500" y="2140744"/>
            <a:ext cx="49530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7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99D29-C0D7-0CF3-C235-31173CA25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계산기 프레임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3C9E9D6-7B52-F9F6-2653-39FE29B59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512" y="1825625"/>
            <a:ext cx="48069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02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72E98-C48C-AFF0-4B93-DFB0E0CFC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학생 주소록 저장</a:t>
            </a:r>
            <a:r>
              <a:rPr kumimoji="1" lang="en-US" altLang="ko-KR" dirty="0"/>
              <a:t>, </a:t>
            </a:r>
            <a:r>
              <a:rPr kumimoji="1" lang="ko-KR" altLang="en-US" dirty="0"/>
              <a:t>출력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386B454-B13D-57A2-7098-C80D277D1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635" y="1836776"/>
            <a:ext cx="33285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30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FC790-32CE-F672-28C0-AD3C661B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끝내기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84DBCAF8-8BB6-4972-2C9D-57E7BC423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008" y="2127994"/>
            <a:ext cx="3693086" cy="35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5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</Words>
  <Application>Microsoft Macintosh PowerPoint</Application>
  <PresentationFormat>와이드스크린</PresentationFormat>
  <Paragraphs>11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1. 실행화면</vt:lpstr>
      <vt:lpstr>2. 실행화면</vt:lpstr>
      <vt:lpstr>3. 학생성적 학점 출력</vt:lpstr>
      <vt:lpstr>4. 학생검색</vt:lpstr>
      <vt:lpstr>5. 계산기 프레임</vt:lpstr>
      <vt:lpstr>6. 학생 주소록 저장, 출력</vt:lpstr>
      <vt:lpstr>7. 끝내기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우현</dc:creator>
  <cp:lastModifiedBy>이 우현</cp:lastModifiedBy>
  <cp:revision>2</cp:revision>
  <dcterms:created xsi:type="dcterms:W3CDTF">2026-06-04T06:32:23Z</dcterms:created>
  <dcterms:modified xsi:type="dcterms:W3CDTF">2026-06-04T06:45:08Z</dcterms:modified>
</cp:coreProperties>
</file>