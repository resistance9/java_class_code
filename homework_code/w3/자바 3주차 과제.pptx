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60"/>
  </p:normalViewPr>
  <p:slideViewPr>
    <p:cSldViewPr snapToGrid="0">
      <p:cViewPr varScale="1">
        <p:scale>
          <a:sx n="196" d="100"/>
          <a:sy n="196" d="100"/>
        </p:scale>
        <p:origin x="5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7BCDA-0607-C5DC-F56E-EA4C0A2B6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68D189-371F-59C5-2C16-205432A4D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34022-BEE2-80CC-3301-888CF89E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3D29D-6D5E-9D8E-686E-8D9A8CD6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B0C2CD-96D5-0262-48FE-B3ACAEBE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0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1007B-A15C-3653-8F2F-B599DED9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9F8FDF-FBC8-B4C0-06D0-AAFA7E14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D2FF5-A45C-C6D3-B2E7-5B4B82B3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B31F8C-BC91-307A-A3C6-ED3C5B01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774A93-F20F-E9B9-B7C9-98296B5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23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9F3A7-A809-3F8F-71A3-8B9AAC3E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F912DE-E043-D067-EAC3-96509A39F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A7709-60BF-162D-B267-0170DB09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AC7C7-CEC0-A822-81DD-281D3DC4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924CA-B6C1-5A9E-6147-FEB07F83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36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F451A-A847-4F30-376D-552AB151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75C9DF-DBE7-A3B1-2A1B-DC918E62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8EB5A7-18D1-5727-924F-185489289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C8000-2A9C-1BC9-7272-0A64A985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A4D151-A276-BA28-3E77-3D8303F5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29784-676C-7CEB-DF02-E852AD7D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975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9645D-6496-1E1B-9E75-AFC2AB14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80293E-BE34-47A2-B853-5315F797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5C38C2-8ADB-F5B8-B49E-86704F820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E20522-E55E-4986-3202-07EF77F4B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62A785-1D67-71BE-DAB6-E3BC1A6A7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9D27CF-2F19-3AFB-5B1F-4E989863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95F1D7-F4C5-D12E-C989-878D6243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89A2ED-E87F-D5C7-7E79-01CC3B20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56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778F5-381D-F47F-0FA6-C69DA631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40ADEE-B746-698E-91B5-C81342DC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E95D3E-B4C6-9D21-6F9A-6F5D8DB8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ED32DA-106A-08F2-DF75-F77708AB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711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F46142-3D96-D64E-2C7A-2FFD21BC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95A219-2706-9453-13B4-5E5322A6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6276E-3C87-AA83-6610-A6CF8696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9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396D5-8101-2CCF-CF4A-0300EEB9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94AF4-D7FD-858D-3758-0A7E42BC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8C0635-88CA-EF0C-AEA3-1D03C55E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28AD7E-96D9-9AD5-B11F-6B5A05FD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144442-2F61-749D-F28B-8298C9D9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CBEBE8-A918-E357-2127-A398D3F7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657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4B948-BA58-3560-739B-B2D9979C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52DCE2-D4B9-9639-F3DC-77910BBB8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43A7E-D411-0A2F-E650-4615A1E7B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99EF85-5F60-871F-239B-3714FFD4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60B227-A9FA-E701-31A8-D156EFF6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95E4DF-4160-D06E-9E36-CAA44173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850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23576-2FF1-DB89-768F-95F8EEA5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4B42D-83EC-BCD9-9065-3162013BC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0E6A4-7D8B-DD11-C46B-4ED2F775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AB087-6192-989E-1E9C-39608071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DE7D0-CFA3-811E-CD69-445F84BC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075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E91813-F718-1815-D951-3E9BA8E99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3FEEE3-6732-AA9C-5DD4-9D6263C14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9EFB0-0031-0D7E-330C-3DC41836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52F33-4FEF-205E-2603-92F918E1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AE402-820E-578D-6329-55B30D68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823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7F1AC8-1906-A994-BCC2-583802DE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F04D2C-40E7-2689-4127-F0F3F1C6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644BD-DCBB-5BC4-ABCC-7B34B73C5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042AE-9E7D-4B44-986E-4CCB1A18F18D}" type="datetimeFigureOut">
              <a:rPr kumimoji="1" lang="ko-KR" altLang="en-US" smtClean="0"/>
              <a:t>2026. 3. 29.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EFA6E-757D-EC81-1EB9-8000ECE71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9C4CE-EB52-7C9A-EA5F-9FF850F7B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376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DA4A5-A5AA-04B6-DBAF-C54B605F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B2463E1-AE2E-DD83-1BAB-6CC4670A8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7688"/>
            <a:ext cx="10933889" cy="615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262F8-937C-DFC0-8EA9-F00FB4CC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DC8F0-B6CF-AAE3-ABE3-84BC7AD4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892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5</a:t>
            </a:r>
            <a:r>
              <a:rPr kumimoji="1" lang="ko-KR" altLang="en-US" dirty="0"/>
              <a:t>번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6A42DA8-222B-8A78-7456-28D05FEDF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71841"/>
            <a:ext cx="10642060" cy="598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59B2F-56F9-F46D-ED99-CFC6A28D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552C8-4EE8-D807-EBD9-ED1E39AD6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6109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6</a:t>
            </a:r>
            <a:r>
              <a:rPr kumimoji="1" lang="ko-KR" altLang="en-US" dirty="0"/>
              <a:t>번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134E93D-9AFC-D285-FC40-1597F8046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1462"/>
            <a:ext cx="10856068" cy="610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3AB71-8B79-4750-5E37-D93F56F5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F50B4-042C-0820-A425-E07429961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2685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7</a:t>
            </a:r>
            <a:r>
              <a:rPr kumimoji="1" lang="ko-KR" altLang="en-US" dirty="0"/>
              <a:t>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2E42A9-C0C5-5354-02BC-DD9262F2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56617"/>
            <a:ext cx="11024681" cy="62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4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12</Words>
  <Application>Microsoft Macintosh PowerPoint</Application>
  <PresentationFormat>와이드스크린</PresentationFormat>
  <Paragraphs>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문제 2번</vt:lpstr>
      <vt:lpstr>문제 5번</vt:lpstr>
      <vt:lpstr>문제 6번</vt:lpstr>
      <vt:lpstr>문제 7번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이우현/컴퓨터공학과</dc:creator>
  <cp:lastModifiedBy>이우현/컴퓨터공학과</cp:lastModifiedBy>
  <cp:revision>3</cp:revision>
  <dcterms:created xsi:type="dcterms:W3CDTF">2026-03-29T04:42:49Z</dcterms:created>
  <dcterms:modified xsi:type="dcterms:W3CDTF">2026-03-29T13:41:39Z</dcterms:modified>
</cp:coreProperties>
</file>