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87"/>
    <p:restoredTop sz="94643"/>
  </p:normalViewPr>
  <p:slideViewPr>
    <p:cSldViewPr snapToGrid="0">
      <p:cViewPr varScale="1">
        <p:scale>
          <a:sx n="115" d="100"/>
          <a:sy n="115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7BCDA-0607-C5DC-F56E-EA4C0A2B6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268D189-371F-59C5-2C16-205432A4DC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E34022-BEE2-80CC-3301-888CF89E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E3D29D-6D5E-9D8E-686E-8D9A8CD6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B0C2CD-96D5-0262-48FE-B3ACAEBE1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807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1007B-A15C-3653-8F2F-B599DED9A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9F8FDF-FBC8-B4C0-06D0-AAFA7E14E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D2FF5-A45C-C6D3-B2E7-5B4B82B3B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B31F8C-BC91-307A-A3C6-ED3C5B019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774A93-F20F-E9B9-B7C9-98296B5B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239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9F3A7-A809-3F8F-71A3-8B9AAC3E7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F912DE-E043-D067-EAC3-96509A39F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8A7709-60BF-162D-B267-0170DB09E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AAC7C7-CEC0-A822-81DD-281D3DC4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9924CA-B6C1-5A9E-6147-FEB07F83D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4136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F451A-A847-4F30-376D-552AB151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75C9DF-DBE7-A3B1-2A1B-DC918E62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58EB5A7-18D1-5727-924F-1854892894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8C8000-2A9C-1BC9-7272-0A64A985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A4D151-A276-BA28-3E77-3D8303F53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929784-676C-7CEB-DF02-E852AD7D9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9759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9645D-6496-1E1B-9E75-AFC2AB142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80293E-BE34-47A2-B853-5315F7979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5C38C2-8ADB-F5B8-B49E-86704F8204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E20522-E55E-4986-3202-07EF77F4BC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62A785-1D67-71BE-DAB6-E3BC1A6A73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99D27CF-2F19-3AFB-5B1F-4E9898631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B95F1D7-F4C5-D12E-C989-878D6243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89A2ED-E87F-D5C7-7E79-01CC3B203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2560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778F5-381D-F47F-0FA6-C69DA631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140ADEE-B746-698E-91B5-C81342DC1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AE95D3E-B4C6-9D21-6F9A-6F5D8DB8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4ED32DA-106A-08F2-DF75-F77708AB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7112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F46142-3D96-D64E-2C7A-2FFD21BC6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295A219-2706-9453-13B4-5E5322A69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06276E-3C87-AA83-6610-A6CF8696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5903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396D5-8101-2CCF-CF4A-0300EEB9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94AF4-D7FD-858D-3758-0A7E42BC1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8C0635-88CA-EF0C-AEA3-1D03C55E5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28AD7E-96D9-9AD5-B11F-6B5A05FD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2144442-2F61-749D-F28B-8298C9D9F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CBEBE8-A918-E357-2127-A398D3F7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8657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44B948-BA58-3560-739B-B2D9979C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52DCE2-D4B9-9639-F3DC-77910BBB8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643A7E-D411-0A2F-E650-4615A1E7B3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99EF85-5F60-871F-239B-3714FFD48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60B227-A9FA-E701-31A8-D156EFF67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95E4DF-4160-D06E-9E36-CAA441732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38509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23576-2FF1-DB89-768F-95F8EEA5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44B42D-83EC-BCD9-9065-3162013BC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E0E6A4-7D8B-DD11-C46B-4ED2F7750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1AB087-6192-989E-1E9C-39608071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CDE7D0-CFA3-811E-CD69-445F84BC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60753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6E91813-F718-1815-D951-3E9BA8E997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3FEEE3-6732-AA9C-5DD4-9D6263C14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C9EFB0-0031-0D7E-330C-3DC41836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42AE-9E7D-4B44-986E-4CCB1A18F18D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E52F33-4FEF-205E-2603-92F918E1A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CAE402-820E-578D-6329-55B30D689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8237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7F1AC8-1906-A994-BCC2-583802DE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F04D2C-40E7-2689-4127-F0F3F1C68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1644BD-DCBB-5BC4-ABCC-7B34B73C58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5042AE-9E7D-4B44-986E-4CCB1A18F18D}" type="datetimeFigureOut">
              <a:rPr kumimoji="1" lang="ko-KR" altLang="en-US" smtClean="0"/>
              <a:t>2026. 4. 8.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AEFA6E-757D-EC81-1EB9-8000ECE71D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D9C4CE-EB52-7C9A-EA5F-9FF850F7B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32A118-7370-F642-8F35-FF01179BF86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03769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DA4A5-A5AA-04B6-DBAF-C54B605F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901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번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0632EA-4B4B-0974-BDB6-54EB2C6A3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6234"/>
            <a:ext cx="9824224" cy="61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6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BC57-5FE5-5B33-8A06-DF5AF59B2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5DB22-BD04-1183-9C5B-3A6A87327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901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번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10F1DE6-7E65-2CFF-DEFA-F81217845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71154"/>
            <a:ext cx="9687697" cy="608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3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BAC69-DC17-91E0-774C-B9D773CC6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D3988-ECFB-C578-9B1E-CC95A44B0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901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번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21ADB30-A97D-C963-5382-CEC0FCFBF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6693"/>
            <a:ext cx="9713032" cy="614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6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C20CE-3865-CD9B-C1D7-48BB4FC92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9AE51-0635-6940-AE41-E449E384F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901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번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A89F358-0651-238F-9232-B8505A4FE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0833"/>
            <a:ext cx="9666554" cy="606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392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02A0C-355D-DF60-34EC-729C28F22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FAA1D0-9413-9674-3E06-258CB163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6901"/>
            <a:ext cx="10515600" cy="1325563"/>
          </a:xfrm>
        </p:spPr>
        <p:txBody>
          <a:bodyPr/>
          <a:lstStyle/>
          <a:p>
            <a:r>
              <a:rPr kumimoji="1" lang="ko-KR" altLang="en-US" dirty="0"/>
              <a:t>문제 번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83316C7-41B0-DB2B-3B2E-54C3247F2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4339"/>
            <a:ext cx="9737124" cy="614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753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10</Words>
  <Application>Microsoft Macintosh PowerPoint</Application>
  <PresentationFormat>와이드스크린</PresentationFormat>
  <Paragraphs>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문제 번</vt:lpstr>
      <vt:lpstr>문제 번</vt:lpstr>
      <vt:lpstr>문제 번</vt:lpstr>
      <vt:lpstr>문제 번</vt:lpstr>
      <vt:lpstr>문제 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이우현/컴퓨터공학과</dc:creator>
  <cp:lastModifiedBy>이우현/컴퓨터공학과</cp:lastModifiedBy>
  <cp:revision>4</cp:revision>
  <dcterms:created xsi:type="dcterms:W3CDTF">2026-03-29T04:42:49Z</dcterms:created>
  <dcterms:modified xsi:type="dcterms:W3CDTF">2026-04-08T08:47:23Z</dcterms:modified>
</cp:coreProperties>
</file>